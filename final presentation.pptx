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5" r:id="rId1"/>
  </p:sldMasterIdLst>
  <p:notesMasterIdLst>
    <p:notesMasterId r:id="rId31"/>
  </p:notesMasterIdLst>
  <p:sldIdLst>
    <p:sldId id="256" r:id="rId2"/>
    <p:sldId id="259" r:id="rId3"/>
    <p:sldId id="257" r:id="rId4"/>
    <p:sldId id="258" r:id="rId5"/>
    <p:sldId id="260" r:id="rId6"/>
    <p:sldId id="261" r:id="rId7"/>
    <p:sldId id="262" r:id="rId8"/>
    <p:sldId id="263" r:id="rId9"/>
    <p:sldId id="264" r:id="rId10"/>
    <p:sldId id="285" r:id="rId11"/>
    <p:sldId id="265" r:id="rId12"/>
    <p:sldId id="266" r:id="rId13"/>
    <p:sldId id="276" r:id="rId14"/>
    <p:sldId id="277" r:id="rId15"/>
    <p:sldId id="278" r:id="rId16"/>
    <p:sldId id="279" r:id="rId17"/>
    <p:sldId id="280" r:id="rId18"/>
    <p:sldId id="281" r:id="rId19"/>
    <p:sldId id="282" r:id="rId20"/>
    <p:sldId id="283" r:id="rId21"/>
    <p:sldId id="284" r:id="rId22"/>
    <p:sldId id="268" r:id="rId23"/>
    <p:sldId id="269" r:id="rId24"/>
    <p:sldId id="270" r:id="rId25"/>
    <p:sldId id="271" r:id="rId26"/>
    <p:sldId id="273" r:id="rId27"/>
    <p:sldId id="272" r:id="rId28"/>
    <p:sldId id="274" r:id="rId29"/>
    <p:sldId id="275" r:id="rId30"/>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5B400E-F0A0-4685-AD11-F7445F48128F}" v="14" dt="2025-12-16T22:02:36.0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6" autoAdjust="0"/>
    <p:restoredTop sz="94660"/>
  </p:normalViewPr>
  <p:slideViewPr>
    <p:cSldViewPr snapToGrid="0">
      <p:cViewPr varScale="1">
        <p:scale>
          <a:sx n="69" d="100"/>
          <a:sy n="69" d="100"/>
        </p:scale>
        <p:origin x="56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db0cb25ffc18ab15" providerId="LiveId" clId="{3C3F12EF-2512-4BD2-A420-5957F0304D82}"/>
    <pc:docChg chg="delSld modSld">
      <pc:chgData name="" userId="db0cb25ffc18ab15" providerId="LiveId" clId="{3C3F12EF-2512-4BD2-A420-5957F0304D82}" dt="2025-12-17T07:56:27.726" v="8" actId="255"/>
      <pc:docMkLst>
        <pc:docMk/>
      </pc:docMkLst>
      <pc:sldChg chg="modTransition">
        <pc:chgData name="" userId="db0cb25ffc18ab15" providerId="LiveId" clId="{3C3F12EF-2512-4BD2-A420-5957F0304D82}" dt="2025-12-17T07:54:16.365" v="2"/>
        <pc:sldMkLst>
          <pc:docMk/>
          <pc:sldMk cId="2086657358" sldId="257"/>
        </pc:sldMkLst>
      </pc:sldChg>
      <pc:sldChg chg="modTransition">
        <pc:chgData name="" userId="db0cb25ffc18ab15" providerId="LiveId" clId="{3C3F12EF-2512-4BD2-A420-5957F0304D82}" dt="2025-12-17T07:54:21.686" v="3"/>
        <pc:sldMkLst>
          <pc:docMk/>
          <pc:sldMk cId="1402731296" sldId="258"/>
        </pc:sldMkLst>
      </pc:sldChg>
      <pc:sldChg chg="modTransition">
        <pc:chgData name="" userId="db0cb25ffc18ab15" providerId="LiveId" clId="{3C3F12EF-2512-4BD2-A420-5957F0304D82}" dt="2025-12-17T07:54:35.162" v="6"/>
        <pc:sldMkLst>
          <pc:docMk/>
          <pc:sldMk cId="1624365947" sldId="260"/>
        </pc:sldMkLst>
      </pc:sldChg>
      <pc:sldChg chg="modTransition">
        <pc:chgData name="" userId="db0cb25ffc18ab15" providerId="LiveId" clId="{3C3F12EF-2512-4BD2-A420-5957F0304D82}" dt="2025-12-17T07:54:41.788" v="7"/>
        <pc:sldMkLst>
          <pc:docMk/>
          <pc:sldMk cId="2336905514" sldId="261"/>
        </pc:sldMkLst>
      </pc:sldChg>
      <pc:sldChg chg="del">
        <pc:chgData name="" userId="db0cb25ffc18ab15" providerId="LiveId" clId="{3C3F12EF-2512-4BD2-A420-5957F0304D82}" dt="2025-12-17T07:53:40.845" v="0" actId="2696"/>
        <pc:sldMkLst>
          <pc:docMk/>
          <pc:sldMk cId="4215468897" sldId="267"/>
        </pc:sldMkLst>
      </pc:sldChg>
      <pc:sldChg chg="modSp">
        <pc:chgData name="" userId="db0cb25ffc18ab15" providerId="LiveId" clId="{3C3F12EF-2512-4BD2-A420-5957F0304D82}" dt="2025-12-17T07:56:27.726" v="8" actId="255"/>
        <pc:sldMkLst>
          <pc:docMk/>
          <pc:sldMk cId="1068569028" sldId="270"/>
        </pc:sldMkLst>
        <pc:spChg chg="mod">
          <ac:chgData name="" userId="db0cb25ffc18ab15" providerId="LiveId" clId="{3C3F12EF-2512-4BD2-A420-5957F0304D82}" dt="2025-12-17T07:56:27.726" v="8" actId="255"/>
          <ac:spMkLst>
            <pc:docMk/>
            <pc:sldMk cId="1068569028" sldId="270"/>
            <ac:spMk id="10" creationId="{3309D4EE-8135-B26C-00A8-D000FF97C25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85E688-18F8-4C7F-927E-D796AF93527D}" type="datetimeFigureOut">
              <a:rPr lang="en-PK" smtClean="0"/>
              <a:t>17/12/2025</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4D61FB-3B9E-407C-B763-A57027919E55}" type="slidenum">
              <a:rPr lang="en-PK" smtClean="0"/>
              <a:t>‹#›</a:t>
            </a:fld>
            <a:endParaRPr lang="en-PK"/>
          </a:p>
        </p:txBody>
      </p:sp>
    </p:spTree>
    <p:extLst>
      <p:ext uri="{BB962C8B-B14F-4D97-AF65-F5344CB8AC3E}">
        <p14:creationId xmlns:p14="http://schemas.microsoft.com/office/powerpoint/2010/main" val="373947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0B4D61FB-3B9E-407C-B763-A57027919E55}" type="slidenum">
              <a:rPr lang="en-PK" smtClean="0"/>
              <a:t>1</a:t>
            </a:fld>
            <a:endParaRPr lang="en-PK"/>
          </a:p>
        </p:txBody>
      </p:sp>
    </p:spTree>
    <p:extLst>
      <p:ext uri="{BB962C8B-B14F-4D97-AF65-F5344CB8AC3E}">
        <p14:creationId xmlns:p14="http://schemas.microsoft.com/office/powerpoint/2010/main" val="6390991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B4D61FB-3B9E-407C-B763-A57027919E55}" type="slidenum">
              <a:rPr lang="en-PK" smtClean="0"/>
              <a:t>9</a:t>
            </a:fld>
            <a:endParaRPr lang="en-PK"/>
          </a:p>
        </p:txBody>
      </p:sp>
    </p:spTree>
    <p:extLst>
      <p:ext uri="{BB962C8B-B14F-4D97-AF65-F5344CB8AC3E}">
        <p14:creationId xmlns:p14="http://schemas.microsoft.com/office/powerpoint/2010/main" val="24240603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128FA71-3A18-48C0-980F-4B68F7F63042}" type="datetime1">
              <a:rPr lang="en-US" smtClean="0"/>
              <a:t>12/17/2025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2996789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C1210E-201E-4473-82AC-2466F5386C38}" type="datetime1">
              <a:rPr lang="en-US" smtClean="0"/>
              <a:t>12/17/2025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189140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EA198-6CAB-4B8F-B93F-1F9C8C4B6CE7}" type="datetime1">
              <a:rPr lang="en-US" smtClean="0"/>
              <a:t>12/17/2025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6223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06041F-4525-44D5-AA4F-332294BF1F56}" type="datetime1">
              <a:rPr lang="en-US" smtClean="0"/>
              <a:t>12/17/2025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353447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9557091-BBDF-4EB9-BA6B-2BB67AC4FC0F}" type="datetime1">
              <a:rPr lang="en-US" smtClean="0"/>
              <a:t>12/17/2025</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39163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D6B226B-77A6-410C-9796-083F278E0125}" type="datetime1">
              <a:rPr lang="en-US" smtClean="0"/>
              <a:t>12/17/2025</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686516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3A578B-D289-4C40-8593-3D356C49DA58}" type="datetime1">
              <a:rPr lang="en-US" smtClean="0"/>
              <a:t>12/17/2025</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06564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13DFAE3-14DB-48A7-A80F-80DDB072CE3D}" type="datetime1">
              <a:rPr lang="en-US" smtClean="0"/>
              <a:t>12/17/2025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748417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C5EAEF-6478-4102-8F5D-A5FE9FC97ACB}" type="datetime1">
              <a:rPr lang="en-US" smtClean="0"/>
              <a:t>12/17/2025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60053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7F45AC6-C491-4585-A584-9CE2AF7D5500}" type="datetime1">
              <a:rPr lang="en-US" smtClean="0"/>
              <a:t>12/17/2025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5841801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7F45AC6-C491-4585-A584-9CE2AF7D5500}" type="datetime1">
              <a:rPr lang="en-US" smtClean="0"/>
              <a:t>12/17/2025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54701320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7F45AC6-C491-4585-A584-9CE2AF7D5500}" type="datetime1">
              <a:rPr lang="en-US" smtClean="0"/>
              <a:t>12/17/2025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01386921"/>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7F45AC6-C491-4585-A584-9CE2AF7D5500}" type="datetime1">
              <a:rPr lang="en-US" smtClean="0"/>
              <a:t>12/17/2025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091441630"/>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7F45AC6-C491-4585-A584-9CE2AF7D5500}" type="datetime1">
              <a:rPr lang="en-US" smtClean="0"/>
              <a:t>12/17/2025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268381521"/>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04EDB3-C0E8-45F8-9E1D-1B6C8D1880C0}" type="datetime1">
              <a:rPr lang="en-US" smtClean="0"/>
              <a:t>12/17/2025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77092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F0EC4B-54ED-4041-B552-9BA760FA3DBA}" type="datetime1">
              <a:rPr lang="en-US" smtClean="0"/>
              <a:t>12/17/2025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7340103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7F45AC6-C491-4585-A584-9CE2AF7D5500}" type="datetime1">
              <a:rPr lang="en-US" smtClean="0"/>
              <a:t>12/17/2025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2471495861"/>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 id="2147483787" r:id="rId12"/>
    <p:sldLayoutId id="2147483788" r:id="rId13"/>
    <p:sldLayoutId id="2147483789" r:id="rId14"/>
    <p:sldLayoutId id="2147483790" r:id="rId15"/>
    <p:sldLayoutId id="2147483791" r:id="rId16"/>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doi.org/10.1186/s12885-020-06957-4"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image" Target="../media/image13.jpeg"/></Relationships>
</file>

<file path=ppt/slides/_rels/slide1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8207B083-EAC0-A5BB-C369-C9589EC7F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66FFDA-1F11-F64A-C70D-6B3AEDCBE97D}"/>
              </a:ext>
            </a:extLst>
          </p:cNvPr>
          <p:cNvSpPr>
            <a:spLocks noGrp="1"/>
          </p:cNvSpPr>
          <p:nvPr>
            <p:ph type="ctrTitle"/>
          </p:nvPr>
        </p:nvSpPr>
        <p:spPr>
          <a:xfrm>
            <a:off x="551067" y="746628"/>
            <a:ext cx="10872216" cy="1527048"/>
          </a:xfrm>
        </p:spPr>
        <p:txBody>
          <a:bodyPr vert="horz" lIns="91440" tIns="45720" rIns="91440" bIns="45720" rtlCol="0" anchor="b">
            <a:noAutofit/>
          </a:bodyPr>
          <a:lstStyle/>
          <a:p>
            <a:pPr algn="l"/>
            <a:br>
              <a:rPr lang="en-US" b="1" u="sng" kern="1200" dirty="0">
                <a:solidFill>
                  <a:schemeClr val="tx1"/>
                </a:solidFill>
                <a:effectLst>
                  <a:outerShdw blurRad="38100" dist="38100" dir="2700000" algn="tl">
                    <a:srgbClr val="000000">
                      <a:alpha val="43137"/>
                    </a:srgbClr>
                  </a:outerShdw>
                </a:effectLst>
                <a:latin typeface="+mj-lt"/>
                <a:ea typeface="+mj-ea"/>
                <a:cs typeface="+mj-cs"/>
              </a:rPr>
            </a:br>
            <a:br>
              <a:rPr lang="en-US" b="1" u="sng" kern="1200" dirty="0">
                <a:solidFill>
                  <a:schemeClr val="tx1"/>
                </a:solidFill>
                <a:effectLst>
                  <a:outerShdw blurRad="38100" dist="38100" dir="2700000" algn="tl">
                    <a:srgbClr val="000000">
                      <a:alpha val="43137"/>
                    </a:srgbClr>
                  </a:outerShdw>
                </a:effectLst>
                <a:latin typeface="+mj-lt"/>
                <a:ea typeface="+mj-ea"/>
                <a:cs typeface="+mj-cs"/>
              </a:rPr>
            </a:br>
            <a:r>
              <a:rPr lang="en-US" b="1" u="sng" kern="1200" dirty="0">
                <a:solidFill>
                  <a:schemeClr val="tx1"/>
                </a:solidFill>
                <a:effectLst>
                  <a:outerShdw blurRad="38100" dist="38100" dir="2700000" algn="tl">
                    <a:srgbClr val="000000">
                      <a:alpha val="43137"/>
                    </a:srgbClr>
                  </a:outerShdw>
                </a:effectLst>
                <a:latin typeface="+mj-lt"/>
                <a:ea typeface="+mj-ea"/>
                <a:cs typeface="+mj-cs"/>
              </a:rPr>
              <a:t>APPLICATION OF ICT</a:t>
            </a:r>
            <a:br>
              <a:rPr lang="en-US" b="1" u="sng" kern="1200" dirty="0">
                <a:solidFill>
                  <a:schemeClr val="tx1"/>
                </a:solidFill>
                <a:effectLst>
                  <a:outerShdw blurRad="38100" dist="38100" dir="2700000" algn="tl">
                    <a:srgbClr val="000000">
                      <a:alpha val="43137"/>
                    </a:srgbClr>
                  </a:outerShdw>
                </a:effectLst>
                <a:latin typeface="+mj-lt"/>
                <a:ea typeface="+mj-ea"/>
                <a:cs typeface="+mj-cs"/>
              </a:rPr>
            </a:br>
            <a:r>
              <a:rPr lang="en-US" b="1" u="sng" kern="1200" dirty="0">
                <a:solidFill>
                  <a:schemeClr val="tx1"/>
                </a:solidFill>
                <a:effectLst>
                  <a:outerShdw blurRad="38100" dist="38100" dir="2700000" algn="tl">
                    <a:srgbClr val="000000">
                      <a:alpha val="43137"/>
                    </a:srgbClr>
                  </a:outerShdw>
                </a:effectLst>
                <a:latin typeface="+mj-lt"/>
                <a:ea typeface="+mj-ea"/>
                <a:cs typeface="+mj-cs"/>
              </a:rPr>
              <a:t>PROJECT</a:t>
            </a:r>
          </a:p>
        </p:txBody>
      </p:sp>
      <p:sp>
        <p:nvSpPr>
          <p:cNvPr id="3" name="Subtitle 2">
            <a:extLst>
              <a:ext uri="{FF2B5EF4-FFF2-40B4-BE49-F238E27FC236}">
                <a16:creationId xmlns:a16="http://schemas.microsoft.com/office/drawing/2014/main" id="{BEE7E6A4-026E-8277-C2C6-385DD47E43DB}"/>
              </a:ext>
            </a:extLst>
          </p:cNvPr>
          <p:cNvSpPr>
            <a:spLocks noGrp="1"/>
          </p:cNvSpPr>
          <p:nvPr>
            <p:ph type="subTitle" idx="1"/>
          </p:nvPr>
        </p:nvSpPr>
        <p:spPr>
          <a:xfrm>
            <a:off x="5447071" y="3657599"/>
            <a:ext cx="6034745" cy="2601615"/>
          </a:xfrm>
        </p:spPr>
        <p:txBody>
          <a:bodyPr vert="horz" lIns="91440" tIns="45720" rIns="91440" bIns="45720" rtlCol="0" anchor="t">
            <a:normAutofit/>
          </a:bodyPr>
          <a:lstStyle/>
          <a:p>
            <a:pPr indent="-228600" algn="l">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M. Usman / 73904</a:t>
            </a:r>
          </a:p>
          <a:p>
            <a:pPr indent="-228600" algn="l">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M. Usman / 76615</a:t>
            </a:r>
          </a:p>
          <a:p>
            <a:pPr indent="-228600" algn="l">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M. Zeeshan / 72612</a:t>
            </a:r>
          </a:p>
          <a:p>
            <a:pPr indent="-228600" algn="l">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M. </a:t>
            </a:r>
            <a:r>
              <a:rPr lang="en-US" sz="2800" b="1" dirty="0" err="1">
                <a:latin typeface="Times New Roman" panose="02020603050405020304" pitchFamily="18" charset="0"/>
                <a:cs typeface="Times New Roman" panose="02020603050405020304" pitchFamily="18" charset="0"/>
              </a:rPr>
              <a:t>Husnain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Haider</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Mansha</a:t>
            </a:r>
            <a:r>
              <a:rPr lang="en-US" sz="2800" b="1" dirty="0">
                <a:latin typeface="Times New Roman" panose="02020603050405020304" pitchFamily="18" charset="0"/>
                <a:cs typeface="Times New Roman" panose="02020603050405020304" pitchFamily="18" charset="0"/>
              </a:rPr>
              <a:t> / 76802</a:t>
            </a:r>
          </a:p>
          <a:p>
            <a:pPr indent="-228600" algn="l">
              <a:buFont typeface="Arial" panose="020B0604020202020204" pitchFamily="34" charset="0"/>
              <a:buChar char="•"/>
            </a:pPr>
            <a:endParaRPr lang="en-US" sz="2800" b="1" dirty="0">
              <a:latin typeface="Times New Roman" panose="02020603050405020304" pitchFamily="18" charset="0"/>
              <a:cs typeface="Times New Roman" panose="02020603050405020304" pitchFamily="18" charset="0"/>
            </a:endParaRPr>
          </a:p>
          <a:p>
            <a:pPr indent="-228600" algn="l">
              <a:buFont typeface="Arial" panose="020B0604020202020204" pitchFamily="34" charset="0"/>
              <a:buChar char="•"/>
            </a:pPr>
            <a:endParaRPr lang="en-US" sz="28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82B12CA-D730-82CD-C195-021CC7ED1E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4678" y="2441274"/>
            <a:ext cx="5173647" cy="1762765"/>
          </a:xfrm>
          <a:prstGeom prst="rect">
            <a:avLst/>
          </a:prstGeom>
        </p:spPr>
      </p:pic>
    </p:spTree>
    <p:extLst>
      <p:ext uri="{BB962C8B-B14F-4D97-AF65-F5344CB8AC3E}">
        <p14:creationId xmlns:p14="http://schemas.microsoft.com/office/powerpoint/2010/main" val="5568173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049FB-B769-FFA6-F86F-DF0489E03969}"/>
              </a:ext>
            </a:extLst>
          </p:cNvPr>
          <p:cNvSpPr>
            <a:spLocks noGrp="1"/>
          </p:cNvSpPr>
          <p:nvPr>
            <p:ph type="title"/>
          </p:nvPr>
        </p:nvSpPr>
        <p:spPr>
          <a:xfrm>
            <a:off x="612648" y="1149403"/>
            <a:ext cx="10653578" cy="1132258"/>
          </a:xfrm>
        </p:spPr>
        <p:txBody>
          <a:bodyPr/>
          <a:lstStyle/>
          <a:p>
            <a:r>
              <a:rPr lang="en-GB" u="sng" dirty="0">
                <a:effectLst>
                  <a:outerShdw blurRad="38100" dist="38100" dir="2700000" algn="tl">
                    <a:srgbClr val="000000">
                      <a:alpha val="43137"/>
                    </a:srgbClr>
                  </a:outerShdw>
                </a:effectLst>
              </a:rPr>
              <a:t>MS WORD</a:t>
            </a:r>
            <a:endParaRPr lang="en-PK" u="sng"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A2BEAE1F-AE7F-38C4-ED59-700869F59214}"/>
              </a:ext>
            </a:extLst>
          </p:cNvPr>
          <p:cNvSpPr>
            <a:spLocks noGrp="1"/>
          </p:cNvSpPr>
          <p:nvPr>
            <p:ph idx="1"/>
          </p:nvPr>
        </p:nvSpPr>
        <p:spPr/>
        <p:txBody>
          <a:bodyPr>
            <a:normAutofit/>
          </a:bodyPr>
          <a:lstStyle/>
          <a:p>
            <a:pPr marL="0" indent="0">
              <a:buNone/>
            </a:pPr>
            <a:r>
              <a:rPr lang="en-GB" sz="2400" dirty="0">
                <a:latin typeface="Times New Roman" panose="02020603050405020304" pitchFamily="18" charset="0"/>
                <a:cs typeface="Times New Roman" panose="02020603050405020304" pitchFamily="18" charset="0"/>
              </a:rPr>
              <a:t>We took a Research Paper online through this link:</a:t>
            </a:r>
          </a:p>
          <a:p>
            <a:pPr marL="0" indent="0">
              <a:buNone/>
            </a:pPr>
            <a:r>
              <a:rPr lang="en-US" altLang="zh-CN" sz="2400" u="sng" dirty="0">
                <a:latin typeface="Angsana New" panose="020B0502040204020203" pitchFamily="18" charset="-34"/>
                <a:cs typeface="Angsana New" panose="020B0502040204020203" pitchFamily="18" charset="-34"/>
                <a:hlinkClick r:id="rId2"/>
              </a:rPr>
              <a:t>https://doi.org/10.1186/s12885-020-06957-4</a:t>
            </a:r>
            <a:r>
              <a:rPr lang="zh-CN" altLang="en-US" sz="2400" dirty="0">
                <a:latin typeface="Angsana New" panose="020B0502040204020203" pitchFamily="18" charset="-34"/>
                <a:cs typeface="Angsana New" panose="020B0502040204020203" pitchFamily="18" charset="-34"/>
              </a:rPr>
              <a:t> </a:t>
            </a:r>
            <a:endParaRPr lang="en-GB" altLang="zh-CN" sz="2400" dirty="0">
              <a:latin typeface="Angsana New" panose="020B0502040204020203" pitchFamily="18" charset="-34"/>
              <a:cs typeface="Angsana New" panose="020B0502040204020203" pitchFamily="18" charset="-34"/>
            </a:endParaRPr>
          </a:p>
          <a:p>
            <a:pPr marL="0" indent="0">
              <a:buNone/>
            </a:pPr>
            <a:r>
              <a:rPr lang="en-GB" sz="2400" dirty="0">
                <a:latin typeface="Times New Roman" panose="02020603050405020304" pitchFamily="18" charset="0"/>
                <a:cs typeface="Times New Roman" panose="02020603050405020304" pitchFamily="18" charset="0"/>
              </a:rPr>
              <a:t>And applied following guidelines which are given below:</a:t>
            </a:r>
          </a:p>
          <a:p>
            <a:pPr>
              <a:buFont typeface="Courier New" panose="02070309020205020404" pitchFamily="49" charset="0"/>
              <a:buChar char="o"/>
            </a:pPr>
            <a:r>
              <a:rPr lang="en-GB" sz="2400" dirty="0">
                <a:latin typeface="Times New Roman" panose="02020603050405020304" pitchFamily="18" charset="0"/>
                <a:cs typeface="Times New Roman" panose="02020603050405020304" pitchFamily="18" charset="0"/>
              </a:rPr>
              <a:t>Proper use of </a:t>
            </a:r>
            <a:r>
              <a:rPr lang="en-GB" sz="2200" b="1" dirty="0">
                <a:latin typeface="Times New Roman" panose="02020603050405020304" pitchFamily="18" charset="0"/>
                <a:cs typeface="Times New Roman" panose="02020603050405020304" pitchFamily="18" charset="0"/>
              </a:rPr>
              <a:t>Heading</a:t>
            </a:r>
            <a:r>
              <a:rPr lang="en-GB" sz="2200" dirty="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Subheadings, Font-Size, </a:t>
            </a:r>
            <a:r>
              <a:rPr lang="en-GB" sz="2400" dirty="0">
                <a:latin typeface="Times New Roman" panose="02020603050405020304" pitchFamily="18" charset="0"/>
                <a:cs typeface="Times New Roman" panose="02020603050405020304" pitchFamily="18" charset="0"/>
              </a:rPr>
              <a:t>and </a:t>
            </a:r>
            <a:r>
              <a:rPr lang="en-GB" sz="2200" b="1" dirty="0">
                <a:latin typeface="Times New Roman" panose="02020603050405020304" pitchFamily="18" charset="0"/>
                <a:cs typeface="Times New Roman" panose="02020603050405020304" pitchFamily="18" charset="0"/>
              </a:rPr>
              <a:t>Styles</a:t>
            </a:r>
            <a:r>
              <a:rPr lang="en-GB" sz="2200" dirty="0">
                <a:latin typeface="Times New Roman" panose="02020603050405020304" pitchFamily="18" charset="0"/>
                <a:cs typeface="Times New Roman" panose="02020603050405020304" pitchFamily="18" charset="0"/>
              </a:rPr>
              <a:t>.</a:t>
            </a:r>
          </a:p>
          <a:p>
            <a:pPr>
              <a:buFont typeface="Courier New" panose="02070309020205020404" pitchFamily="49" charset="0"/>
              <a:buChar char="o"/>
            </a:pPr>
            <a:r>
              <a:rPr lang="en-GB" sz="2400" dirty="0">
                <a:latin typeface="Times New Roman" panose="02020603050405020304" pitchFamily="18" charset="0"/>
                <a:cs typeface="Times New Roman" panose="02020603050405020304" pitchFamily="18" charset="0"/>
              </a:rPr>
              <a:t>Accurate </a:t>
            </a:r>
            <a:r>
              <a:rPr lang="en-GB" sz="2200" b="1" dirty="0">
                <a:latin typeface="Times New Roman" panose="02020603050405020304" pitchFamily="18" charset="0"/>
                <a:cs typeface="Times New Roman" panose="02020603050405020304" pitchFamily="18" charset="0"/>
              </a:rPr>
              <a:t>Alignment, Margins, Spacing, </a:t>
            </a:r>
            <a:r>
              <a:rPr lang="en-GB" sz="2400" dirty="0">
                <a:latin typeface="Times New Roman" panose="02020603050405020304" pitchFamily="18" charset="0"/>
                <a:cs typeface="Times New Roman" panose="02020603050405020304" pitchFamily="18" charset="0"/>
              </a:rPr>
              <a:t>and </a:t>
            </a:r>
            <a:r>
              <a:rPr lang="en-GB" sz="2200" b="1" dirty="0">
                <a:latin typeface="Times New Roman" panose="02020603050405020304" pitchFamily="18" charset="0"/>
                <a:cs typeface="Times New Roman" panose="02020603050405020304" pitchFamily="18" charset="0"/>
              </a:rPr>
              <a:t>Page-Layout.</a:t>
            </a:r>
          </a:p>
          <a:p>
            <a:pPr>
              <a:buFont typeface="Courier New" panose="02070309020205020404" pitchFamily="49" charset="0"/>
              <a:buChar char="o"/>
            </a:pPr>
            <a:r>
              <a:rPr lang="en-GB" sz="2400" dirty="0">
                <a:latin typeface="Times New Roman" panose="02020603050405020304" pitchFamily="18" charset="0"/>
                <a:cs typeface="Times New Roman" panose="02020603050405020304" pitchFamily="18" charset="0"/>
              </a:rPr>
              <a:t>Use of </a:t>
            </a:r>
            <a:r>
              <a:rPr lang="en-GB" sz="2200" b="1" dirty="0">
                <a:latin typeface="Times New Roman" panose="02020603050405020304" pitchFamily="18" charset="0"/>
                <a:cs typeface="Times New Roman" panose="02020603050405020304" pitchFamily="18" charset="0"/>
              </a:rPr>
              <a:t>Tables, Charts, </a:t>
            </a:r>
            <a:r>
              <a:rPr lang="en-GB" sz="2400" dirty="0">
                <a:latin typeface="Times New Roman" panose="02020603050405020304" pitchFamily="18" charset="0"/>
                <a:cs typeface="Times New Roman" panose="02020603050405020304" pitchFamily="18" charset="0"/>
              </a:rPr>
              <a:t>and </a:t>
            </a:r>
            <a:r>
              <a:rPr lang="en-GB" sz="2200" b="1" dirty="0">
                <a:latin typeface="Times New Roman" panose="02020603050405020304" pitchFamily="18" charset="0"/>
                <a:cs typeface="Times New Roman" panose="02020603050405020304" pitchFamily="18" charset="0"/>
              </a:rPr>
              <a:t>Images.</a:t>
            </a:r>
          </a:p>
          <a:p>
            <a:pPr>
              <a:buFont typeface="Courier New" panose="02070309020205020404" pitchFamily="49" charset="0"/>
              <a:buChar char="o"/>
            </a:pPr>
            <a:r>
              <a:rPr lang="en-GB" sz="2400" dirty="0">
                <a:latin typeface="Times New Roman" panose="02020603050405020304" pitchFamily="18" charset="0"/>
                <a:cs typeface="Times New Roman" panose="02020603050405020304" pitchFamily="18" charset="0"/>
              </a:rPr>
              <a:t>Correct </a:t>
            </a:r>
            <a:r>
              <a:rPr lang="en-GB" sz="2200" b="1" dirty="0">
                <a:latin typeface="Times New Roman" panose="02020603050405020304" pitchFamily="18" charset="0"/>
                <a:cs typeface="Times New Roman" panose="02020603050405020304" pitchFamily="18" charset="0"/>
              </a:rPr>
              <a:t>Applications of Citations </a:t>
            </a:r>
            <a:r>
              <a:rPr lang="en-GB" sz="2400" dirty="0">
                <a:latin typeface="Times New Roman" panose="02020603050405020304" pitchFamily="18" charset="0"/>
                <a:cs typeface="Times New Roman" panose="02020603050405020304" pitchFamily="18" charset="0"/>
              </a:rPr>
              <a:t>and </a:t>
            </a:r>
            <a:r>
              <a:rPr lang="en-GB" sz="2200" b="1"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1299296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book">
            <a:extLst>
              <a:ext uri="{FF2B5EF4-FFF2-40B4-BE49-F238E27FC236}">
                <a16:creationId xmlns:a16="http://schemas.microsoft.com/office/drawing/2014/main" id="{F2C89A0C-898B-618E-4C9E-93E893D5A944}"/>
              </a:ext>
            </a:extLst>
          </p:cNvPr>
          <p:cNvPicPr>
            <a:picLocks noChangeAspect="1"/>
          </p:cNvPicPr>
          <p:nvPr/>
        </p:nvPicPr>
        <p:blipFill>
          <a:blip r:embed="rId2"/>
          <a:stretch>
            <a:fillRect/>
          </a:stretch>
        </p:blipFill>
        <p:spPr>
          <a:xfrm>
            <a:off x="333333" y="766454"/>
            <a:ext cx="11525334" cy="5343564"/>
          </a:xfrm>
          <a:prstGeom prst="rect">
            <a:avLst/>
          </a:prstGeom>
        </p:spPr>
      </p:pic>
    </p:spTree>
    <p:extLst>
      <p:ext uri="{BB962C8B-B14F-4D97-AF65-F5344CB8AC3E}">
        <p14:creationId xmlns:p14="http://schemas.microsoft.com/office/powerpoint/2010/main" val="208665735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up of a paper&#10;&#10;AI-generated content may be incorrect.">
            <a:extLst>
              <a:ext uri="{FF2B5EF4-FFF2-40B4-BE49-F238E27FC236}">
                <a16:creationId xmlns:a16="http://schemas.microsoft.com/office/drawing/2014/main" id="{B15B161B-607F-DD8F-5754-46CEE4D086EB}"/>
              </a:ext>
            </a:extLst>
          </p:cNvPr>
          <p:cNvPicPr>
            <a:picLocks noChangeAspect="1"/>
          </p:cNvPicPr>
          <p:nvPr/>
        </p:nvPicPr>
        <p:blipFill>
          <a:blip r:embed="rId2"/>
          <a:stretch>
            <a:fillRect/>
          </a:stretch>
        </p:blipFill>
        <p:spPr>
          <a:xfrm>
            <a:off x="395246" y="766743"/>
            <a:ext cx="11401508" cy="5324514"/>
          </a:xfrm>
          <a:prstGeom prst="rect">
            <a:avLst/>
          </a:prstGeom>
        </p:spPr>
      </p:pic>
    </p:spTree>
    <p:extLst>
      <p:ext uri="{BB962C8B-B14F-4D97-AF65-F5344CB8AC3E}">
        <p14:creationId xmlns:p14="http://schemas.microsoft.com/office/powerpoint/2010/main" val="1402731296"/>
      </p:ext>
    </p:extLst>
  </p:cSld>
  <p:clrMapOvr>
    <a:masterClrMapping/>
  </p:clrMapOvr>
  <p:transition spd="slow">
    <p:randomBar dir="vert"/>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D48EA17-F2CF-2F98-FC06-DBB6A2AEC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10" name="Rectangle 9">
            <a:extLst>
              <a:ext uri="{FF2B5EF4-FFF2-40B4-BE49-F238E27FC236}">
                <a16:creationId xmlns:a16="http://schemas.microsoft.com/office/drawing/2014/main" id="{4D3D4267-6754-E656-C65D-257297D453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3" name="Picture 2" descr="A group of papers with text">
            <a:extLst>
              <a:ext uri="{FF2B5EF4-FFF2-40B4-BE49-F238E27FC236}">
                <a16:creationId xmlns:a16="http://schemas.microsoft.com/office/drawing/2014/main" id="{7127654A-6A84-12EB-6F75-F690A28F15D7}"/>
              </a:ext>
            </a:extLst>
          </p:cNvPr>
          <p:cNvPicPr>
            <a:picLocks noChangeAspect="1"/>
          </p:cNvPicPr>
          <p:nvPr/>
        </p:nvPicPr>
        <p:blipFill>
          <a:blip r:embed="rId2"/>
          <a:srcRect r="157" b="-1"/>
          <a:stretch>
            <a:fillRect/>
          </a:stretch>
        </p:blipFill>
        <p:spPr>
          <a:xfrm>
            <a:off x="-1" y="544068"/>
            <a:ext cx="12191999" cy="5769864"/>
          </a:xfrm>
          <a:prstGeom prst="rect">
            <a:avLst/>
          </a:prstGeom>
        </p:spPr>
      </p:pic>
    </p:spTree>
    <p:extLst>
      <p:ext uri="{BB962C8B-B14F-4D97-AF65-F5344CB8AC3E}">
        <p14:creationId xmlns:p14="http://schemas.microsoft.com/office/powerpoint/2010/main" val="162436594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3ECE321-2AF5-4618-89C8-7DA80C2FEDE4}"/>
              </a:ext>
            </a:extLst>
          </p:cNvPr>
          <p:cNvSpPr>
            <a:spLocks noGrp="1"/>
          </p:cNvSpPr>
          <p:nvPr>
            <p:ph type="title"/>
          </p:nvPr>
        </p:nvSpPr>
        <p:spPr>
          <a:xfrm>
            <a:off x="0" y="156238"/>
            <a:ext cx="8596668" cy="1320800"/>
          </a:xfrm>
        </p:spPr>
        <p:txBody>
          <a:bodyPr/>
          <a:lstStyle/>
          <a:p>
            <a:r>
              <a:rPr lang="en-US" altLang="en-US"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Introduction:</a:t>
            </a:r>
            <a:br>
              <a:rPr lang="en-US" altLang="en-US" dirty="0">
                <a:latin typeface="Times New Roman" panose="02020603050405020304" pitchFamily="18" charset="0"/>
                <a:cs typeface="Times New Roman" panose="02020603050405020304" pitchFamily="18" charset="0"/>
              </a:rPr>
            </a:br>
            <a:endParaRPr lang="en-US" dirty="0"/>
          </a:p>
        </p:txBody>
      </p:sp>
      <p:sp>
        <p:nvSpPr>
          <p:cNvPr id="7" name="Content Placeholder 6">
            <a:extLst>
              <a:ext uri="{FF2B5EF4-FFF2-40B4-BE49-F238E27FC236}">
                <a16:creationId xmlns:a16="http://schemas.microsoft.com/office/drawing/2014/main" id="{7DE6FF6C-7E43-4A49-B136-98EC05B88179}"/>
              </a:ext>
            </a:extLst>
          </p:cNvPr>
          <p:cNvSpPr>
            <a:spLocks noGrp="1"/>
          </p:cNvSpPr>
          <p:nvPr>
            <p:ph idx="1"/>
          </p:nvPr>
        </p:nvSpPr>
        <p:spPr>
          <a:xfrm>
            <a:off x="356492" y="989515"/>
            <a:ext cx="8596668" cy="5712247"/>
          </a:xfrm>
        </p:spPr>
        <p:txBody>
          <a:bodyPr/>
          <a:lstStyle/>
          <a:p>
            <a:pPr>
              <a:lnSpc>
                <a:spcPct val="111000"/>
              </a:lnSpc>
              <a:spcBef>
                <a:spcPts val="500"/>
              </a:spcBef>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This project is based on a Research Article in MS Word. This research is done using information from link.springer.com. The website provides useful and reliable research material. The document is prepared using headings, columns, hyperlinks, bookmarks, and pictures to make it simple and  easy to read.</a:t>
            </a:r>
          </a:p>
          <a:p>
            <a:pPr>
              <a:spcBef>
                <a:spcPts val="938"/>
              </a:spcBef>
              <a:buFont typeface="Wingdings" panose="05000000000000000000" pitchFamily="2" charset="2"/>
              <a:buChar char="q"/>
            </a:pPr>
            <a:r>
              <a:rPr lang="en-US" altLang="en-US" b="1" dirty="0">
                <a:latin typeface="Times New Roman" panose="02020603050405020304" pitchFamily="18" charset="0"/>
                <a:cs typeface="Times New Roman" panose="02020603050405020304" pitchFamily="18" charset="0"/>
              </a:rPr>
              <a:t>Document</a:t>
            </a:r>
            <a:endParaRPr lang="en-US" altLang="en-US" dirty="0">
              <a:latin typeface="Times New Roman" panose="02020603050405020304" pitchFamily="18" charset="0"/>
              <a:cs typeface="Times New Roman" panose="02020603050405020304" pitchFamily="18" charset="0"/>
            </a:endParaRPr>
          </a:p>
          <a:p>
            <a:pPr>
              <a:spcBef>
                <a:spcPts val="25"/>
              </a:spcBef>
            </a:pPr>
            <a:endParaRPr lang="en-US" altLang="en-US" sz="2000" dirty="0">
              <a:latin typeface="Times New Roman" panose="02020603050405020304" pitchFamily="18" charset="0"/>
              <a:cs typeface="Times New Roman" panose="02020603050405020304" pitchFamily="18" charset="0"/>
            </a:endParaRPr>
          </a:p>
          <a:p>
            <a:pPr>
              <a:lnSpc>
                <a:spcPts val="1413"/>
              </a:lnSpc>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Open Word and click </a:t>
            </a:r>
            <a:r>
              <a:rPr lang="en-US" altLang="en-US" b="1" dirty="0">
                <a:latin typeface="Times New Roman" panose="02020603050405020304" pitchFamily="18" charset="0"/>
                <a:cs typeface="Times New Roman" panose="02020603050405020304" pitchFamily="18" charset="0"/>
              </a:rPr>
              <a:t>New</a:t>
            </a:r>
            <a:r>
              <a:rPr lang="en-US" altLang="en-US" dirty="0">
                <a:latin typeface="Times New Roman" panose="02020603050405020304" pitchFamily="18" charset="0"/>
                <a:cs typeface="Times New Roman" panose="02020603050405020304" pitchFamily="18" charset="0"/>
              </a:rPr>
              <a:t>.</a:t>
            </a:r>
          </a:p>
          <a:p>
            <a:pPr>
              <a:lnSpc>
                <a:spcPts val="1413"/>
              </a:lnSpc>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Select </a:t>
            </a:r>
            <a:r>
              <a:rPr lang="en-US" altLang="en-US" b="1" dirty="0">
                <a:latin typeface="Times New Roman" panose="02020603050405020304" pitchFamily="18" charset="0"/>
                <a:cs typeface="Times New Roman" panose="02020603050405020304" pitchFamily="18" charset="0"/>
              </a:rPr>
              <a:t>Blank Document</a:t>
            </a:r>
          </a:p>
          <a:p>
            <a:pPr>
              <a:lnSpc>
                <a:spcPts val="1413"/>
              </a:lnSpc>
              <a:buFont typeface="Wingdings" panose="05000000000000000000" pitchFamily="2" charset="2"/>
              <a:buChar char="§"/>
            </a:pPr>
            <a:endParaRPr lang="en-US" b="1" dirty="0">
              <a:latin typeface="Times New Roman" panose="02020603050405020304" pitchFamily="18" charset="0"/>
              <a:cs typeface="Times New Roman" panose="02020603050405020304" pitchFamily="18" charset="0"/>
            </a:endParaRPr>
          </a:p>
          <a:p>
            <a:pPr>
              <a:spcBef>
                <a:spcPts val="0"/>
              </a:spcBef>
              <a:buFont typeface="Wingdings" panose="05000000000000000000" pitchFamily="2" charset="2"/>
              <a:buChar char="q"/>
              <a:defRPr/>
            </a:pPr>
            <a:r>
              <a:rPr lang="en-US" b="1" spc="-5" dirty="0">
                <a:latin typeface="Times New Roman"/>
                <a:cs typeface="Times New Roman"/>
              </a:rPr>
              <a:t>Sav</a:t>
            </a:r>
            <a:r>
              <a:rPr lang="en-US" b="1" dirty="0">
                <a:latin typeface="Times New Roman"/>
                <a:cs typeface="Times New Roman"/>
              </a:rPr>
              <a:t>e</a:t>
            </a:r>
            <a:r>
              <a:rPr lang="en-US" b="1" spc="5" dirty="0">
                <a:latin typeface="Times New Roman"/>
                <a:cs typeface="Times New Roman"/>
              </a:rPr>
              <a:t> </a:t>
            </a:r>
            <a:r>
              <a:rPr lang="en-US" b="1" spc="-5" dirty="0">
                <a:latin typeface="Times New Roman"/>
                <a:cs typeface="Times New Roman"/>
              </a:rPr>
              <a:t>Document</a:t>
            </a:r>
            <a:endParaRPr lang="en-US" dirty="0">
              <a:latin typeface="Times New Roman"/>
              <a:cs typeface="Times New Roman"/>
            </a:endParaRPr>
          </a:p>
          <a:p>
            <a:pPr marL="527050" indent="-285750">
              <a:lnSpc>
                <a:spcPts val="1410"/>
              </a:lnSpc>
              <a:spcBef>
                <a:spcPts val="1345"/>
              </a:spcBef>
              <a:buFont typeface="Wingdings" panose="05000000000000000000" pitchFamily="2" charset="2"/>
              <a:buChar char="§"/>
              <a:tabLst>
                <a:tab pos="469900" algn="l"/>
              </a:tabLst>
              <a:defRPr/>
            </a:pPr>
            <a:r>
              <a:rPr lang="en-US" spc="-5" dirty="0">
                <a:latin typeface="Times New Roman"/>
                <a:cs typeface="Times New Roman"/>
              </a:rPr>
              <a:t>Cli</a:t>
            </a:r>
            <a:r>
              <a:rPr lang="en-US" spc="-15" dirty="0">
                <a:latin typeface="Times New Roman"/>
                <a:cs typeface="Times New Roman"/>
              </a:rPr>
              <a:t>c</a:t>
            </a:r>
            <a:r>
              <a:rPr lang="en-US" dirty="0">
                <a:latin typeface="Times New Roman"/>
                <a:cs typeface="Times New Roman"/>
              </a:rPr>
              <a:t>k </a:t>
            </a:r>
            <a:r>
              <a:rPr lang="en-US" b="1" dirty="0">
                <a:latin typeface="Times New Roman"/>
                <a:cs typeface="Times New Roman"/>
              </a:rPr>
              <a:t>File → Sav</a:t>
            </a:r>
            <a:r>
              <a:rPr lang="en-US" b="1" spc="-5" dirty="0">
                <a:latin typeface="Times New Roman"/>
                <a:cs typeface="Times New Roman"/>
              </a:rPr>
              <a:t>e</a:t>
            </a:r>
            <a:r>
              <a:rPr lang="en-US" dirty="0">
                <a:latin typeface="Times New Roman"/>
                <a:cs typeface="Times New Roman"/>
              </a:rPr>
              <a:t>.</a:t>
            </a:r>
          </a:p>
          <a:p>
            <a:pPr marL="527050" indent="-285750">
              <a:lnSpc>
                <a:spcPts val="1410"/>
              </a:lnSpc>
              <a:spcBef>
                <a:spcPts val="0"/>
              </a:spcBef>
              <a:buFont typeface="Wingdings" panose="05000000000000000000" pitchFamily="2" charset="2"/>
              <a:buChar char="§"/>
              <a:tabLst>
                <a:tab pos="469900" algn="l"/>
              </a:tabLst>
              <a:defRPr/>
            </a:pPr>
            <a:r>
              <a:rPr lang="en-US" spc="-10" dirty="0">
                <a:latin typeface="Times New Roman"/>
                <a:cs typeface="Times New Roman"/>
              </a:rPr>
              <a:t>C</a:t>
            </a:r>
            <a:r>
              <a:rPr lang="en-US" dirty="0">
                <a:latin typeface="Times New Roman"/>
                <a:cs typeface="Times New Roman"/>
              </a:rPr>
              <a:t>hoose</a:t>
            </a:r>
            <a:r>
              <a:rPr lang="en-US" spc="-5" dirty="0">
                <a:latin typeface="Times New Roman"/>
                <a:cs typeface="Times New Roman"/>
              </a:rPr>
              <a:t> loc</a:t>
            </a:r>
            <a:r>
              <a:rPr lang="en-US" spc="-20" dirty="0">
                <a:latin typeface="Times New Roman"/>
                <a:cs typeface="Times New Roman"/>
              </a:rPr>
              <a:t>a</a:t>
            </a:r>
            <a:r>
              <a:rPr lang="en-US" spc="-5" dirty="0">
                <a:latin typeface="Times New Roman"/>
                <a:cs typeface="Times New Roman"/>
              </a:rPr>
              <a:t>ti</a:t>
            </a:r>
            <a:r>
              <a:rPr lang="en-US" dirty="0">
                <a:latin typeface="Times New Roman"/>
                <a:cs typeface="Times New Roman"/>
              </a:rPr>
              <a:t>on, </a:t>
            </a:r>
            <a:r>
              <a:rPr lang="en-US" spc="-10" dirty="0">
                <a:latin typeface="Times New Roman"/>
                <a:cs typeface="Times New Roman"/>
              </a:rPr>
              <a:t>type</a:t>
            </a:r>
            <a:r>
              <a:rPr lang="en-US" spc="-5" dirty="0">
                <a:latin typeface="Times New Roman"/>
                <a:cs typeface="Times New Roman"/>
              </a:rPr>
              <a:t> </a:t>
            </a:r>
            <a:r>
              <a:rPr lang="en-US" spc="-10" dirty="0">
                <a:latin typeface="Times New Roman"/>
                <a:cs typeface="Times New Roman"/>
              </a:rPr>
              <a:t>name,</a:t>
            </a:r>
            <a:r>
              <a:rPr lang="en-US" spc="-5" dirty="0">
                <a:latin typeface="Times New Roman"/>
                <a:cs typeface="Times New Roman"/>
              </a:rPr>
              <a:t> </a:t>
            </a:r>
            <a:r>
              <a:rPr lang="en-US" spc="-20" dirty="0">
                <a:latin typeface="Times New Roman"/>
                <a:cs typeface="Times New Roman"/>
              </a:rPr>
              <a:t>c</a:t>
            </a:r>
            <a:r>
              <a:rPr lang="en-US" spc="-5" dirty="0">
                <a:latin typeface="Times New Roman"/>
                <a:cs typeface="Times New Roman"/>
              </a:rPr>
              <a:t>li</a:t>
            </a:r>
            <a:r>
              <a:rPr lang="en-US" spc="-15" dirty="0">
                <a:latin typeface="Times New Roman"/>
                <a:cs typeface="Times New Roman"/>
              </a:rPr>
              <a:t>c</a:t>
            </a:r>
            <a:r>
              <a:rPr lang="en-US" dirty="0">
                <a:latin typeface="Times New Roman"/>
                <a:cs typeface="Times New Roman"/>
              </a:rPr>
              <a:t>k</a:t>
            </a:r>
            <a:r>
              <a:rPr lang="en-US" spc="5" dirty="0">
                <a:latin typeface="Times New Roman"/>
                <a:cs typeface="Times New Roman"/>
              </a:rPr>
              <a:t> </a:t>
            </a:r>
            <a:r>
              <a:rPr lang="en-US" b="1" dirty="0">
                <a:latin typeface="Times New Roman"/>
                <a:cs typeface="Times New Roman"/>
              </a:rPr>
              <a:t>S</a:t>
            </a:r>
            <a:r>
              <a:rPr lang="en-US" b="1" spc="-10" dirty="0">
                <a:latin typeface="Times New Roman"/>
                <a:cs typeface="Times New Roman"/>
              </a:rPr>
              <a:t>av</a:t>
            </a:r>
            <a:r>
              <a:rPr lang="en-US" b="1" spc="-15" dirty="0">
                <a:latin typeface="Times New Roman"/>
                <a:cs typeface="Times New Roman"/>
              </a:rPr>
              <a:t>e</a:t>
            </a:r>
            <a:r>
              <a:rPr lang="en-US" dirty="0">
                <a:latin typeface="Times New Roman"/>
                <a:cs typeface="Times New Roman"/>
              </a:rPr>
              <a:t>.</a:t>
            </a:r>
          </a:p>
          <a:p>
            <a:pPr>
              <a:lnSpc>
                <a:spcPts val="1413"/>
              </a:lnSpc>
              <a:buFont typeface="Wingdings" panose="05000000000000000000" pitchFamily="2" charset="2"/>
              <a:buChar char="§"/>
            </a:pPr>
            <a:endParaRPr lang="en-US" dirty="0"/>
          </a:p>
        </p:txBody>
      </p:sp>
      <p:sp>
        <p:nvSpPr>
          <p:cNvPr id="8" name="object 18">
            <a:extLst>
              <a:ext uri="{FF2B5EF4-FFF2-40B4-BE49-F238E27FC236}">
                <a16:creationId xmlns:a16="http://schemas.microsoft.com/office/drawing/2014/main" id="{4028B94B-9A67-4872-AF26-628BC90E4729}"/>
              </a:ext>
            </a:extLst>
          </p:cNvPr>
          <p:cNvSpPr>
            <a:spLocks noChangeArrowheads="1"/>
          </p:cNvSpPr>
          <p:nvPr/>
        </p:nvSpPr>
        <p:spPr bwMode="auto">
          <a:xfrm>
            <a:off x="6096000" y="2305049"/>
            <a:ext cx="2381250" cy="1849855"/>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dirty="0"/>
          </a:p>
        </p:txBody>
      </p:sp>
      <p:sp>
        <p:nvSpPr>
          <p:cNvPr id="9" name="object 19">
            <a:extLst>
              <a:ext uri="{FF2B5EF4-FFF2-40B4-BE49-F238E27FC236}">
                <a16:creationId xmlns:a16="http://schemas.microsoft.com/office/drawing/2014/main" id="{8E29423B-A4A4-4152-81AE-B772A0933084}"/>
              </a:ext>
            </a:extLst>
          </p:cNvPr>
          <p:cNvSpPr>
            <a:spLocks noChangeArrowheads="1"/>
          </p:cNvSpPr>
          <p:nvPr/>
        </p:nvSpPr>
        <p:spPr bwMode="auto">
          <a:xfrm>
            <a:off x="6096001" y="4325434"/>
            <a:ext cx="2381250" cy="1849855"/>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p>
        </p:txBody>
      </p:sp>
    </p:spTree>
    <p:extLst>
      <p:ext uri="{BB962C8B-B14F-4D97-AF65-F5344CB8AC3E}">
        <p14:creationId xmlns:p14="http://schemas.microsoft.com/office/powerpoint/2010/main" val="2336905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11F8FA-DC8E-4714-95FE-EB2FAECC26C4}"/>
              </a:ext>
            </a:extLst>
          </p:cNvPr>
          <p:cNvSpPr>
            <a:spLocks noGrp="1"/>
          </p:cNvSpPr>
          <p:nvPr>
            <p:ph idx="1"/>
          </p:nvPr>
        </p:nvSpPr>
        <p:spPr>
          <a:xfrm>
            <a:off x="521692" y="176147"/>
            <a:ext cx="8596668" cy="6419206"/>
          </a:xfrm>
        </p:spPr>
        <p:txBody>
          <a:bodyPr/>
          <a:lstStyle/>
          <a:p>
            <a:pPr>
              <a:buFont typeface="Wingdings" panose="05000000000000000000" pitchFamily="2" charset="2"/>
              <a:buChar char="q"/>
            </a:pPr>
            <a:r>
              <a:rPr lang="en-US" b="1" spc="-5" dirty="0">
                <a:latin typeface="Times New Roman"/>
                <a:cs typeface="Times New Roman"/>
              </a:rPr>
              <a:t>C</a:t>
            </a:r>
            <a:r>
              <a:rPr lang="en-US" b="1" spc="-10" dirty="0">
                <a:latin typeface="Times New Roman"/>
                <a:cs typeface="Times New Roman"/>
              </a:rPr>
              <a:t>h</a:t>
            </a:r>
            <a:r>
              <a:rPr lang="en-US" b="1" dirty="0">
                <a:latin typeface="Times New Roman"/>
                <a:cs typeface="Times New Roman"/>
              </a:rPr>
              <a:t>ange Font</a:t>
            </a:r>
            <a:endParaRPr lang="en-US" dirty="0">
              <a:latin typeface="Times New Roman"/>
              <a:cs typeface="Times New Roman"/>
            </a:endParaRPr>
          </a:p>
          <a:p>
            <a:pPr marL="298450" indent="-285750">
              <a:lnSpc>
                <a:spcPts val="1410"/>
              </a:lnSpc>
              <a:spcBef>
                <a:spcPts val="1245"/>
              </a:spcBef>
              <a:buFont typeface="Wingdings" panose="05000000000000000000" pitchFamily="2" charset="2"/>
              <a:buChar char="§"/>
              <a:tabLst>
                <a:tab pos="241300" algn="l"/>
              </a:tabLst>
              <a:defRPr/>
            </a:pPr>
            <a:r>
              <a:rPr lang="en-US" dirty="0">
                <a:latin typeface="Times New Roman"/>
                <a:cs typeface="Times New Roman"/>
              </a:rPr>
              <a:t>S</a:t>
            </a:r>
            <a:r>
              <a:rPr lang="en-US" spc="-15" dirty="0">
                <a:latin typeface="Times New Roman"/>
                <a:cs typeface="Times New Roman"/>
              </a:rPr>
              <a:t>e</a:t>
            </a:r>
            <a:r>
              <a:rPr lang="en-US" spc="-5" dirty="0">
                <a:latin typeface="Times New Roman"/>
                <a:cs typeface="Times New Roman"/>
              </a:rPr>
              <a:t>le</a:t>
            </a:r>
            <a:r>
              <a:rPr lang="en-US" spc="-20" dirty="0">
                <a:latin typeface="Times New Roman"/>
                <a:cs typeface="Times New Roman"/>
              </a:rPr>
              <a:t>c</a:t>
            </a:r>
            <a:r>
              <a:rPr lang="en-US" spc="-5" dirty="0">
                <a:latin typeface="Times New Roman"/>
                <a:cs typeface="Times New Roman"/>
              </a:rPr>
              <a:t>t</a:t>
            </a:r>
            <a:r>
              <a:rPr lang="en-US" dirty="0">
                <a:latin typeface="Times New Roman"/>
                <a:cs typeface="Times New Roman"/>
              </a:rPr>
              <a:t> </a:t>
            </a:r>
            <a:r>
              <a:rPr lang="en-US" spc="-5" dirty="0">
                <a:latin typeface="Times New Roman"/>
                <a:cs typeface="Times New Roman"/>
              </a:rPr>
              <a:t>t</a:t>
            </a:r>
            <a:r>
              <a:rPr lang="en-US" spc="-15" dirty="0">
                <a:latin typeface="Times New Roman"/>
                <a:cs typeface="Times New Roman"/>
              </a:rPr>
              <a:t>e</a:t>
            </a:r>
            <a:r>
              <a:rPr lang="en-US" spc="-5" dirty="0">
                <a:latin typeface="Times New Roman"/>
                <a:cs typeface="Times New Roman"/>
              </a:rPr>
              <a:t>xt.</a:t>
            </a:r>
            <a:endParaRPr lang="en-US" dirty="0">
              <a:latin typeface="Times New Roman"/>
              <a:cs typeface="Times New Roman"/>
            </a:endParaRPr>
          </a:p>
          <a:p>
            <a:pPr marL="298450" indent="-285750">
              <a:lnSpc>
                <a:spcPts val="1410"/>
              </a:lnSpc>
              <a:spcBef>
                <a:spcPts val="0"/>
              </a:spcBef>
              <a:buFont typeface="Wingdings" panose="05000000000000000000" pitchFamily="2" charset="2"/>
              <a:buChar char="§"/>
              <a:tabLst>
                <a:tab pos="241300" algn="l"/>
              </a:tabLst>
              <a:defRPr/>
            </a:pPr>
            <a:r>
              <a:rPr lang="en-US" spc="-10" dirty="0">
                <a:latin typeface="Times New Roman"/>
                <a:cs typeface="Times New Roman"/>
              </a:rPr>
              <a:t>C</a:t>
            </a:r>
            <a:r>
              <a:rPr lang="en-US" dirty="0">
                <a:latin typeface="Times New Roman"/>
                <a:cs typeface="Times New Roman"/>
              </a:rPr>
              <a:t>hoose</a:t>
            </a:r>
            <a:r>
              <a:rPr lang="en-US" spc="-5" dirty="0">
                <a:latin typeface="Times New Roman"/>
                <a:cs typeface="Times New Roman"/>
              </a:rPr>
              <a:t> font</a:t>
            </a:r>
            <a:r>
              <a:rPr lang="en-US" dirty="0">
                <a:latin typeface="Times New Roman"/>
                <a:cs typeface="Times New Roman"/>
              </a:rPr>
              <a:t> </a:t>
            </a:r>
            <a:r>
              <a:rPr lang="en-US" spc="-10" dirty="0">
                <a:latin typeface="Times New Roman"/>
                <a:cs typeface="Times New Roman"/>
              </a:rPr>
              <a:t>sty</a:t>
            </a:r>
            <a:r>
              <a:rPr lang="en-US" spc="-5" dirty="0">
                <a:latin typeface="Times New Roman"/>
                <a:cs typeface="Times New Roman"/>
              </a:rPr>
              <a:t>le </a:t>
            </a:r>
            <a:r>
              <a:rPr lang="en-US" spc="-15" dirty="0">
                <a:latin typeface="Times New Roman"/>
                <a:cs typeface="Times New Roman"/>
              </a:rPr>
              <a:t>a</a:t>
            </a:r>
            <a:r>
              <a:rPr lang="en-US" dirty="0">
                <a:latin typeface="Times New Roman"/>
                <a:cs typeface="Times New Roman"/>
              </a:rPr>
              <a:t>nd </a:t>
            </a:r>
            <a:r>
              <a:rPr lang="en-US" spc="-10" dirty="0">
                <a:latin typeface="Times New Roman"/>
                <a:cs typeface="Times New Roman"/>
              </a:rPr>
              <a:t>s</a:t>
            </a:r>
            <a:r>
              <a:rPr lang="en-US" spc="-5" dirty="0">
                <a:latin typeface="Times New Roman"/>
                <a:cs typeface="Times New Roman"/>
              </a:rPr>
              <a:t>i</a:t>
            </a:r>
            <a:r>
              <a:rPr lang="en-US" spc="-15" dirty="0">
                <a:latin typeface="Times New Roman"/>
                <a:cs typeface="Times New Roman"/>
              </a:rPr>
              <a:t>z</a:t>
            </a:r>
            <a:r>
              <a:rPr lang="en-US" spc="-10" dirty="0">
                <a:latin typeface="Times New Roman"/>
                <a:cs typeface="Times New Roman"/>
              </a:rPr>
              <a:t>e</a:t>
            </a:r>
            <a:r>
              <a:rPr lang="en-US" spc="-5" dirty="0">
                <a:latin typeface="Times New Roman"/>
                <a:cs typeface="Times New Roman"/>
              </a:rPr>
              <a:t> </a:t>
            </a:r>
            <a:r>
              <a:rPr lang="en-US" dirty="0">
                <a:latin typeface="Times New Roman"/>
                <a:cs typeface="Times New Roman"/>
              </a:rPr>
              <a:t>f</a:t>
            </a:r>
            <a:r>
              <a:rPr lang="en-US" spc="-10" dirty="0">
                <a:latin typeface="Times New Roman"/>
                <a:cs typeface="Times New Roman"/>
              </a:rPr>
              <a:t>rom</a:t>
            </a:r>
            <a:r>
              <a:rPr lang="en-US" spc="5" dirty="0">
                <a:latin typeface="Times New Roman"/>
                <a:cs typeface="Times New Roman"/>
              </a:rPr>
              <a:t> </a:t>
            </a:r>
            <a:r>
              <a:rPr lang="en-US" b="1" spc="-10" dirty="0">
                <a:latin typeface="Times New Roman"/>
                <a:cs typeface="Times New Roman"/>
              </a:rPr>
              <a:t>Ho</a:t>
            </a:r>
            <a:r>
              <a:rPr lang="en-US" b="1" spc="-5" dirty="0">
                <a:latin typeface="Times New Roman"/>
                <a:cs typeface="Times New Roman"/>
              </a:rPr>
              <a:t>m</a:t>
            </a:r>
            <a:r>
              <a:rPr lang="en-US" b="1" spc="-10" dirty="0">
                <a:latin typeface="Times New Roman"/>
                <a:cs typeface="Times New Roman"/>
              </a:rPr>
              <a:t>e</a:t>
            </a:r>
            <a:r>
              <a:rPr lang="en-US" b="1" spc="-5" dirty="0">
                <a:latin typeface="Times New Roman"/>
                <a:cs typeface="Times New Roman"/>
              </a:rPr>
              <a:t> </a:t>
            </a:r>
            <a:r>
              <a:rPr lang="en-US" spc="-5" dirty="0">
                <a:latin typeface="Times New Roman"/>
                <a:cs typeface="Times New Roman"/>
              </a:rPr>
              <a:t>tab</a:t>
            </a:r>
          </a:p>
          <a:p>
            <a:pPr marL="298450" indent="-285750">
              <a:lnSpc>
                <a:spcPts val="1410"/>
              </a:lnSpc>
              <a:spcBef>
                <a:spcPts val="0"/>
              </a:spcBef>
              <a:buFont typeface="Wingdings" panose="05000000000000000000" pitchFamily="2" charset="2"/>
              <a:buChar char="§"/>
              <a:tabLst>
                <a:tab pos="241300" algn="l"/>
              </a:tabLst>
              <a:defRPr/>
            </a:pPr>
            <a:endParaRPr lang="en-US" spc="-5" dirty="0">
              <a:latin typeface="Times New Roman"/>
              <a:cs typeface="Times New Roman"/>
            </a:endParaRPr>
          </a:p>
          <a:p>
            <a:pPr>
              <a:spcBef>
                <a:spcPts val="0"/>
              </a:spcBef>
              <a:buFont typeface="Wingdings" panose="05000000000000000000" pitchFamily="2" charset="2"/>
              <a:buChar char="q"/>
              <a:defRPr/>
            </a:pPr>
            <a:r>
              <a:rPr lang="en-US" b="1" spc="-10" dirty="0">
                <a:latin typeface="Times New Roman"/>
                <a:cs typeface="Times New Roman"/>
              </a:rPr>
              <a:t>Bold </a:t>
            </a:r>
            <a:r>
              <a:rPr lang="en-US" b="1" spc="-5" dirty="0">
                <a:latin typeface="Times New Roman"/>
                <a:cs typeface="Times New Roman"/>
              </a:rPr>
              <a:t>/</a:t>
            </a:r>
            <a:r>
              <a:rPr lang="en-US" b="1" spc="5" dirty="0">
                <a:latin typeface="Times New Roman"/>
                <a:cs typeface="Times New Roman"/>
              </a:rPr>
              <a:t> </a:t>
            </a:r>
            <a:r>
              <a:rPr lang="en-US" b="1" spc="-15" dirty="0">
                <a:latin typeface="Times New Roman"/>
                <a:cs typeface="Times New Roman"/>
              </a:rPr>
              <a:t>Itali</a:t>
            </a:r>
            <a:r>
              <a:rPr lang="en-US" b="1" spc="-10" dirty="0">
                <a:latin typeface="Times New Roman"/>
                <a:cs typeface="Times New Roman"/>
              </a:rPr>
              <a:t>c</a:t>
            </a:r>
            <a:r>
              <a:rPr lang="en-US" b="1" dirty="0">
                <a:latin typeface="Times New Roman"/>
                <a:cs typeface="Times New Roman"/>
              </a:rPr>
              <a:t> </a:t>
            </a:r>
            <a:r>
              <a:rPr lang="en-US" b="1" spc="-5" dirty="0">
                <a:latin typeface="Times New Roman"/>
                <a:cs typeface="Times New Roman"/>
              </a:rPr>
              <a:t>/</a:t>
            </a:r>
            <a:r>
              <a:rPr lang="en-US" b="1" spc="5" dirty="0">
                <a:latin typeface="Times New Roman"/>
                <a:cs typeface="Times New Roman"/>
              </a:rPr>
              <a:t> </a:t>
            </a:r>
            <a:r>
              <a:rPr lang="en-US" b="1" spc="-20" dirty="0">
                <a:latin typeface="Times New Roman"/>
                <a:cs typeface="Times New Roman"/>
              </a:rPr>
              <a:t>U</a:t>
            </a:r>
            <a:r>
              <a:rPr lang="en-US" b="1" spc="-5" dirty="0">
                <a:latin typeface="Times New Roman"/>
                <a:cs typeface="Times New Roman"/>
              </a:rPr>
              <a:t>n</a:t>
            </a:r>
            <a:r>
              <a:rPr lang="en-US" b="1" spc="-10" dirty="0">
                <a:latin typeface="Times New Roman"/>
                <a:cs typeface="Times New Roman"/>
              </a:rPr>
              <a:t>de</a:t>
            </a:r>
            <a:r>
              <a:rPr lang="en-US" b="1" spc="-5" dirty="0">
                <a:latin typeface="Times New Roman"/>
                <a:cs typeface="Times New Roman"/>
              </a:rPr>
              <a:t>rl</a:t>
            </a:r>
            <a:r>
              <a:rPr lang="en-US" b="1" dirty="0">
                <a:latin typeface="Times New Roman"/>
                <a:cs typeface="Times New Roman"/>
              </a:rPr>
              <a:t>i</a:t>
            </a:r>
            <a:r>
              <a:rPr lang="en-US" b="1" spc="-5" dirty="0">
                <a:latin typeface="Times New Roman"/>
                <a:cs typeface="Times New Roman"/>
              </a:rPr>
              <a:t>ne</a:t>
            </a:r>
          </a:p>
          <a:p>
            <a:pPr>
              <a:spcBef>
                <a:spcPts val="0"/>
              </a:spcBef>
              <a:buFont typeface="Wingdings" panose="05000000000000000000" pitchFamily="2" charset="2"/>
              <a:buChar char="§"/>
              <a:defRPr/>
            </a:pPr>
            <a:r>
              <a:rPr lang="en-US" dirty="0">
                <a:latin typeface="Times New Roman"/>
                <a:cs typeface="Times New Roman"/>
              </a:rPr>
              <a:t>S</a:t>
            </a:r>
            <a:r>
              <a:rPr lang="en-US" spc="-15" dirty="0">
                <a:latin typeface="Times New Roman"/>
                <a:cs typeface="Times New Roman"/>
              </a:rPr>
              <a:t>e</a:t>
            </a:r>
            <a:r>
              <a:rPr lang="en-US" spc="-5" dirty="0">
                <a:latin typeface="Times New Roman"/>
                <a:cs typeface="Times New Roman"/>
              </a:rPr>
              <a:t>le</a:t>
            </a:r>
            <a:r>
              <a:rPr lang="en-US" spc="-20" dirty="0">
                <a:latin typeface="Times New Roman"/>
                <a:cs typeface="Times New Roman"/>
              </a:rPr>
              <a:t>c</a:t>
            </a:r>
            <a:r>
              <a:rPr lang="en-US" spc="-5" dirty="0">
                <a:latin typeface="Times New Roman"/>
                <a:cs typeface="Times New Roman"/>
              </a:rPr>
              <a:t>t</a:t>
            </a:r>
            <a:r>
              <a:rPr lang="en-US" dirty="0">
                <a:latin typeface="Times New Roman"/>
                <a:cs typeface="Times New Roman"/>
              </a:rPr>
              <a:t> </a:t>
            </a:r>
            <a:r>
              <a:rPr lang="en-US" spc="-5" dirty="0">
                <a:latin typeface="Times New Roman"/>
                <a:cs typeface="Times New Roman"/>
              </a:rPr>
              <a:t>t</a:t>
            </a:r>
            <a:r>
              <a:rPr lang="en-US" spc="-15" dirty="0">
                <a:latin typeface="Times New Roman"/>
                <a:cs typeface="Times New Roman"/>
              </a:rPr>
              <a:t>e</a:t>
            </a:r>
            <a:r>
              <a:rPr lang="en-US" spc="-5" dirty="0">
                <a:latin typeface="Times New Roman"/>
                <a:cs typeface="Times New Roman"/>
              </a:rPr>
              <a:t>xt.</a:t>
            </a:r>
          </a:p>
          <a:p>
            <a:pPr>
              <a:spcBef>
                <a:spcPts val="0"/>
              </a:spcBef>
              <a:buFont typeface="Wingdings" panose="05000000000000000000" pitchFamily="2" charset="2"/>
              <a:buChar char="§"/>
              <a:defRPr/>
            </a:pPr>
            <a:r>
              <a:rPr lang="en-US" spc="-5" dirty="0">
                <a:latin typeface="Times New Roman"/>
                <a:cs typeface="Times New Roman"/>
              </a:rPr>
              <a:t>Cli</a:t>
            </a:r>
            <a:r>
              <a:rPr lang="en-US" spc="-15" dirty="0">
                <a:latin typeface="Times New Roman"/>
                <a:cs typeface="Times New Roman"/>
              </a:rPr>
              <a:t>c</a:t>
            </a:r>
            <a:r>
              <a:rPr lang="en-US" dirty="0">
                <a:latin typeface="Times New Roman"/>
                <a:cs typeface="Times New Roman"/>
              </a:rPr>
              <a:t>k </a:t>
            </a:r>
            <a:r>
              <a:rPr lang="en-US" b="1" spc="-10" dirty="0">
                <a:latin typeface="Times New Roman"/>
                <a:cs typeface="Times New Roman"/>
              </a:rPr>
              <a:t>B</a:t>
            </a:r>
            <a:r>
              <a:rPr lang="en-US" dirty="0">
                <a:latin typeface="Times New Roman"/>
                <a:cs typeface="Times New Roman"/>
              </a:rPr>
              <a:t>, </a:t>
            </a:r>
            <a:r>
              <a:rPr lang="en-US" b="1" dirty="0">
                <a:latin typeface="Times New Roman"/>
                <a:cs typeface="Times New Roman"/>
              </a:rPr>
              <a:t>I</a:t>
            </a:r>
            <a:r>
              <a:rPr lang="en-US" dirty="0">
                <a:latin typeface="Times New Roman"/>
                <a:cs typeface="Times New Roman"/>
              </a:rPr>
              <a:t>, or</a:t>
            </a:r>
            <a:r>
              <a:rPr lang="en-US" spc="-5" dirty="0">
                <a:latin typeface="Times New Roman"/>
                <a:cs typeface="Times New Roman"/>
              </a:rPr>
              <a:t> </a:t>
            </a:r>
            <a:r>
              <a:rPr lang="en-US" b="1" dirty="0">
                <a:latin typeface="Times New Roman"/>
                <a:cs typeface="Times New Roman"/>
              </a:rPr>
              <a:t>U</a:t>
            </a:r>
            <a:r>
              <a:rPr lang="en-US" b="1" spc="-5" dirty="0">
                <a:latin typeface="Times New Roman"/>
                <a:cs typeface="Times New Roman"/>
              </a:rPr>
              <a:t> </a:t>
            </a:r>
            <a:r>
              <a:rPr lang="en-US" spc="-5" dirty="0">
                <a:latin typeface="Times New Roman"/>
                <a:cs typeface="Times New Roman"/>
              </a:rPr>
              <a:t>in </a:t>
            </a:r>
            <a:r>
              <a:rPr lang="en-US" spc="-15" dirty="0">
                <a:latin typeface="Times New Roman"/>
                <a:cs typeface="Times New Roman"/>
              </a:rPr>
              <a:t>Hom</a:t>
            </a:r>
            <a:r>
              <a:rPr lang="en-US" spc="-10" dirty="0">
                <a:latin typeface="Times New Roman"/>
                <a:cs typeface="Times New Roman"/>
              </a:rPr>
              <a:t>e</a:t>
            </a:r>
            <a:r>
              <a:rPr lang="en-US" dirty="0">
                <a:latin typeface="Times New Roman"/>
                <a:cs typeface="Times New Roman"/>
              </a:rPr>
              <a:t> </a:t>
            </a:r>
            <a:r>
              <a:rPr lang="en-US" spc="-5" dirty="0">
                <a:latin typeface="Times New Roman"/>
                <a:cs typeface="Times New Roman"/>
              </a:rPr>
              <a:t>t</a:t>
            </a:r>
            <a:r>
              <a:rPr lang="en-US" spc="-15" dirty="0">
                <a:latin typeface="Times New Roman"/>
                <a:cs typeface="Times New Roman"/>
              </a:rPr>
              <a:t>a</a:t>
            </a:r>
            <a:r>
              <a:rPr lang="en-US" dirty="0">
                <a:latin typeface="Times New Roman"/>
                <a:cs typeface="Times New Roman"/>
              </a:rPr>
              <a:t>b</a:t>
            </a:r>
            <a:endParaRPr lang="en-US" b="1" dirty="0">
              <a:latin typeface="Times New Roman"/>
              <a:cs typeface="Times New Roman"/>
            </a:endParaRPr>
          </a:p>
          <a:p>
            <a:pPr marL="12700" indent="0">
              <a:lnSpc>
                <a:spcPts val="1410"/>
              </a:lnSpc>
              <a:spcBef>
                <a:spcPts val="0"/>
              </a:spcBef>
              <a:buNone/>
              <a:tabLst>
                <a:tab pos="241300" algn="l"/>
              </a:tabLst>
              <a:defRPr/>
            </a:pPr>
            <a:endParaRPr lang="en-US" dirty="0"/>
          </a:p>
          <a:p>
            <a:pPr marL="355600">
              <a:lnSpc>
                <a:spcPts val="1410"/>
              </a:lnSpc>
              <a:spcBef>
                <a:spcPts val="0"/>
              </a:spcBef>
              <a:buFont typeface="Wingdings" panose="05000000000000000000" pitchFamily="2" charset="2"/>
              <a:buChar char="q"/>
              <a:tabLst>
                <a:tab pos="241300" algn="l"/>
              </a:tabLst>
              <a:defRPr/>
            </a:pPr>
            <a:r>
              <a:rPr lang="en-US" b="1" dirty="0">
                <a:latin typeface="Times New Roman"/>
                <a:cs typeface="Times New Roman"/>
              </a:rPr>
              <a:t>Hype</a:t>
            </a:r>
            <a:r>
              <a:rPr lang="en-US" b="1" spc="5" dirty="0">
                <a:latin typeface="Times New Roman"/>
                <a:cs typeface="Times New Roman"/>
              </a:rPr>
              <a:t>r</a:t>
            </a:r>
            <a:r>
              <a:rPr lang="en-US" b="1" dirty="0">
                <a:latin typeface="Times New Roman"/>
                <a:cs typeface="Times New Roman"/>
              </a:rPr>
              <a:t>l</a:t>
            </a:r>
            <a:r>
              <a:rPr lang="en-US" b="1" spc="5" dirty="0">
                <a:latin typeface="Times New Roman"/>
                <a:cs typeface="Times New Roman"/>
              </a:rPr>
              <a:t>i</a:t>
            </a:r>
            <a:r>
              <a:rPr lang="en-US" b="1" dirty="0">
                <a:latin typeface="Times New Roman"/>
                <a:cs typeface="Times New Roman"/>
              </a:rPr>
              <a:t>n</a:t>
            </a:r>
            <a:r>
              <a:rPr lang="en-US" b="1" spc="-10" dirty="0">
                <a:latin typeface="Times New Roman"/>
                <a:cs typeface="Times New Roman"/>
              </a:rPr>
              <a:t>k</a:t>
            </a:r>
            <a:r>
              <a:rPr lang="en-US" b="1" dirty="0">
                <a:latin typeface="Times New Roman"/>
                <a:cs typeface="Times New Roman"/>
              </a:rPr>
              <a:t>s</a:t>
            </a:r>
          </a:p>
          <a:p>
            <a:pPr marL="355600">
              <a:lnSpc>
                <a:spcPts val="1410"/>
              </a:lnSpc>
              <a:spcBef>
                <a:spcPts val="0"/>
              </a:spcBef>
              <a:buFont typeface="Wingdings" panose="05000000000000000000" pitchFamily="2" charset="2"/>
              <a:buChar char="§"/>
              <a:tabLst>
                <a:tab pos="241300" algn="l"/>
              </a:tabLst>
              <a:defRPr/>
            </a:pPr>
            <a:endParaRPr lang="en-US" b="1" dirty="0">
              <a:latin typeface="Times New Roman"/>
              <a:cs typeface="Times New Roman"/>
            </a:endParaRPr>
          </a:p>
          <a:p>
            <a:pPr marL="298450" indent="-285750">
              <a:lnSpc>
                <a:spcPts val="1415"/>
              </a:lnSpc>
              <a:spcBef>
                <a:spcPts val="0"/>
              </a:spcBef>
              <a:buFont typeface="Wingdings" panose="05000000000000000000" pitchFamily="2" charset="2"/>
              <a:buChar char="§"/>
              <a:tabLst>
                <a:tab pos="241300" algn="l"/>
              </a:tabLst>
              <a:defRPr/>
            </a:pPr>
            <a:r>
              <a:rPr lang="en-US" dirty="0">
                <a:latin typeface="Times New Roman"/>
                <a:cs typeface="Times New Roman"/>
              </a:rPr>
              <a:t>S</a:t>
            </a:r>
            <a:r>
              <a:rPr lang="en-US" spc="-15" dirty="0">
                <a:latin typeface="Times New Roman"/>
                <a:cs typeface="Times New Roman"/>
              </a:rPr>
              <a:t>e</a:t>
            </a:r>
            <a:r>
              <a:rPr lang="en-US" spc="-5" dirty="0">
                <a:latin typeface="Times New Roman"/>
                <a:cs typeface="Times New Roman"/>
              </a:rPr>
              <a:t>le</a:t>
            </a:r>
            <a:r>
              <a:rPr lang="en-US" spc="-20" dirty="0">
                <a:latin typeface="Times New Roman"/>
                <a:cs typeface="Times New Roman"/>
              </a:rPr>
              <a:t>c</a:t>
            </a:r>
            <a:r>
              <a:rPr lang="en-US" spc="-5" dirty="0">
                <a:latin typeface="Times New Roman"/>
                <a:cs typeface="Times New Roman"/>
              </a:rPr>
              <a:t>t</a:t>
            </a:r>
            <a:r>
              <a:rPr lang="en-US" dirty="0">
                <a:latin typeface="Times New Roman"/>
                <a:cs typeface="Times New Roman"/>
              </a:rPr>
              <a:t> </a:t>
            </a:r>
            <a:r>
              <a:rPr lang="en-US" spc="-5" dirty="0">
                <a:latin typeface="Times New Roman"/>
                <a:cs typeface="Times New Roman"/>
              </a:rPr>
              <a:t>the text </a:t>
            </a:r>
            <a:r>
              <a:rPr lang="en-US" dirty="0">
                <a:latin typeface="Times New Roman"/>
                <a:cs typeface="Times New Roman"/>
              </a:rPr>
              <a:t>or</a:t>
            </a:r>
            <a:r>
              <a:rPr lang="en-US" spc="-5" dirty="0">
                <a:latin typeface="Times New Roman"/>
                <a:cs typeface="Times New Roman"/>
              </a:rPr>
              <a:t> </a:t>
            </a:r>
            <a:r>
              <a:rPr lang="en-US" spc="-10" dirty="0">
                <a:latin typeface="Times New Roman"/>
                <a:cs typeface="Times New Roman"/>
              </a:rPr>
              <a:t>im</a:t>
            </a:r>
            <a:r>
              <a:rPr lang="en-US" spc="-15" dirty="0">
                <a:latin typeface="Times New Roman"/>
                <a:cs typeface="Times New Roman"/>
              </a:rPr>
              <a:t>a</a:t>
            </a:r>
            <a:r>
              <a:rPr lang="en-US" spc="-10" dirty="0">
                <a:latin typeface="Times New Roman"/>
                <a:cs typeface="Times New Roman"/>
              </a:rPr>
              <a:t>ge</a:t>
            </a:r>
            <a:r>
              <a:rPr lang="en-US" spc="-5" dirty="0">
                <a:latin typeface="Times New Roman"/>
                <a:cs typeface="Times New Roman"/>
              </a:rPr>
              <a:t> </a:t>
            </a:r>
            <a:r>
              <a:rPr lang="en-US" spc="10" dirty="0">
                <a:latin typeface="Times New Roman"/>
                <a:cs typeface="Times New Roman"/>
              </a:rPr>
              <a:t>y</a:t>
            </a:r>
            <a:r>
              <a:rPr lang="en-US" dirty="0">
                <a:latin typeface="Times New Roman"/>
                <a:cs typeface="Times New Roman"/>
              </a:rPr>
              <a:t>ou </a:t>
            </a:r>
            <a:r>
              <a:rPr lang="en-US" spc="-5" dirty="0">
                <a:latin typeface="Times New Roman"/>
                <a:cs typeface="Times New Roman"/>
              </a:rPr>
              <a:t>w</a:t>
            </a:r>
            <a:r>
              <a:rPr lang="en-US" spc="-10" dirty="0">
                <a:latin typeface="Times New Roman"/>
                <a:cs typeface="Times New Roman"/>
              </a:rPr>
              <a:t>a</a:t>
            </a:r>
            <a:r>
              <a:rPr lang="en-US" spc="-5" dirty="0">
                <a:latin typeface="Times New Roman"/>
                <a:cs typeface="Times New Roman"/>
              </a:rPr>
              <a:t>nt</a:t>
            </a:r>
            <a:r>
              <a:rPr lang="en-US" dirty="0">
                <a:latin typeface="Times New Roman"/>
                <a:cs typeface="Times New Roman"/>
              </a:rPr>
              <a:t> </a:t>
            </a:r>
            <a:r>
              <a:rPr lang="en-US" spc="-5" dirty="0">
                <a:latin typeface="Times New Roman"/>
                <a:cs typeface="Times New Roman"/>
              </a:rPr>
              <a:t>t</a:t>
            </a:r>
            <a:r>
              <a:rPr lang="en-US" dirty="0">
                <a:latin typeface="Times New Roman"/>
                <a:cs typeface="Times New Roman"/>
              </a:rPr>
              <a:t>o </a:t>
            </a:r>
            <a:r>
              <a:rPr lang="en-US" spc="-10" dirty="0">
                <a:latin typeface="Times New Roman"/>
                <a:cs typeface="Times New Roman"/>
              </a:rPr>
              <a:t>make a</a:t>
            </a:r>
            <a:r>
              <a:rPr lang="en-US" spc="-5" dirty="0">
                <a:latin typeface="Times New Roman"/>
                <a:cs typeface="Times New Roman"/>
              </a:rPr>
              <a:t> </a:t>
            </a:r>
            <a:r>
              <a:rPr lang="en-US" dirty="0">
                <a:latin typeface="Times New Roman"/>
                <a:cs typeface="Times New Roman"/>
              </a:rPr>
              <a:t>hy</a:t>
            </a:r>
            <a:r>
              <a:rPr lang="en-US" spc="10" dirty="0">
                <a:latin typeface="Times New Roman"/>
                <a:cs typeface="Times New Roman"/>
              </a:rPr>
              <a:t>p</a:t>
            </a:r>
            <a:r>
              <a:rPr lang="en-US" spc="-15" dirty="0">
                <a:latin typeface="Times New Roman"/>
                <a:cs typeface="Times New Roman"/>
              </a:rPr>
              <a:t>e</a:t>
            </a:r>
            <a:r>
              <a:rPr lang="en-US" spc="-5" dirty="0">
                <a:latin typeface="Times New Roman"/>
                <a:cs typeface="Times New Roman"/>
              </a:rPr>
              <a:t>r</a:t>
            </a:r>
            <a:r>
              <a:rPr lang="en-US" dirty="0">
                <a:latin typeface="Times New Roman"/>
                <a:cs typeface="Times New Roman"/>
              </a:rPr>
              <a:t>l</a:t>
            </a:r>
            <a:r>
              <a:rPr lang="en-US" spc="-5" dirty="0">
                <a:latin typeface="Times New Roman"/>
                <a:cs typeface="Times New Roman"/>
              </a:rPr>
              <a:t>ink.</a:t>
            </a:r>
            <a:endParaRPr lang="en-US" dirty="0">
              <a:latin typeface="Times New Roman"/>
              <a:cs typeface="Times New Roman"/>
            </a:endParaRPr>
          </a:p>
          <a:p>
            <a:pPr marL="298450" indent="-285750">
              <a:lnSpc>
                <a:spcPts val="1385"/>
              </a:lnSpc>
              <a:spcBef>
                <a:spcPts val="0"/>
              </a:spcBef>
              <a:buFont typeface="Wingdings" panose="05000000000000000000" pitchFamily="2" charset="2"/>
              <a:buChar char="§"/>
              <a:tabLst>
                <a:tab pos="241300" algn="l"/>
              </a:tabLst>
              <a:defRPr/>
            </a:pPr>
            <a:r>
              <a:rPr lang="en-US" spc="-10" dirty="0">
                <a:latin typeface="Times New Roman"/>
                <a:cs typeface="Times New Roman"/>
              </a:rPr>
              <a:t>Righ</a:t>
            </a:r>
            <a:r>
              <a:rPr lang="en-US" dirty="0">
                <a:latin typeface="Times New Roman"/>
                <a:cs typeface="Times New Roman"/>
              </a:rPr>
              <a:t>t</a:t>
            </a:r>
            <a:r>
              <a:rPr lang="en-US" spc="-5" dirty="0">
                <a:latin typeface="Times New Roman"/>
                <a:cs typeface="Times New Roman"/>
              </a:rPr>
              <a:t>-</a:t>
            </a:r>
            <a:r>
              <a:rPr lang="en-US" spc="-15" dirty="0">
                <a:latin typeface="Times New Roman"/>
                <a:cs typeface="Times New Roman"/>
              </a:rPr>
              <a:t>c</a:t>
            </a:r>
            <a:r>
              <a:rPr lang="en-US" spc="-5" dirty="0">
                <a:latin typeface="Times New Roman"/>
                <a:cs typeface="Times New Roman"/>
              </a:rPr>
              <a:t>li</a:t>
            </a:r>
            <a:r>
              <a:rPr lang="en-US" spc="-15" dirty="0">
                <a:latin typeface="Times New Roman"/>
                <a:cs typeface="Times New Roman"/>
              </a:rPr>
              <a:t>c</a:t>
            </a:r>
            <a:r>
              <a:rPr lang="en-US" dirty="0">
                <a:latin typeface="Times New Roman"/>
                <a:cs typeface="Times New Roman"/>
              </a:rPr>
              <a:t>k </a:t>
            </a:r>
            <a:r>
              <a:rPr lang="en-US" spc="-15" dirty="0">
                <a:latin typeface="Times New Roman"/>
                <a:cs typeface="Times New Roman"/>
              </a:rPr>
              <a:t>a</a:t>
            </a:r>
            <a:r>
              <a:rPr lang="en-US" dirty="0">
                <a:latin typeface="Times New Roman"/>
                <a:cs typeface="Times New Roman"/>
              </a:rPr>
              <a:t>nd </a:t>
            </a:r>
            <a:r>
              <a:rPr lang="en-US" spc="-15" dirty="0">
                <a:latin typeface="Times New Roman"/>
                <a:cs typeface="Times New Roman"/>
              </a:rPr>
              <a:t>c</a:t>
            </a:r>
            <a:r>
              <a:rPr lang="en-US" dirty="0">
                <a:latin typeface="Times New Roman"/>
                <a:cs typeface="Times New Roman"/>
              </a:rPr>
              <a:t>hoose </a:t>
            </a:r>
            <a:r>
              <a:rPr lang="en-US" b="1" dirty="0">
                <a:latin typeface="Times New Roman"/>
                <a:cs typeface="Times New Roman"/>
              </a:rPr>
              <a:t>L</a:t>
            </a:r>
            <a:r>
              <a:rPr lang="en-US" b="1" spc="-5" dirty="0">
                <a:latin typeface="Times New Roman"/>
                <a:cs typeface="Times New Roman"/>
              </a:rPr>
              <a:t>in</a:t>
            </a:r>
            <a:r>
              <a:rPr lang="en-US" b="1" dirty="0">
                <a:latin typeface="Times New Roman"/>
                <a:cs typeface="Times New Roman"/>
              </a:rPr>
              <a:t>k</a:t>
            </a:r>
            <a:r>
              <a:rPr lang="en-US" b="1" spc="5" dirty="0">
                <a:latin typeface="Times New Roman"/>
                <a:cs typeface="Times New Roman"/>
              </a:rPr>
              <a:t> </a:t>
            </a:r>
            <a:r>
              <a:rPr lang="en-US" dirty="0">
                <a:latin typeface="Times New Roman"/>
                <a:cs typeface="Times New Roman"/>
              </a:rPr>
              <a:t>(or</a:t>
            </a:r>
            <a:r>
              <a:rPr lang="en-US" spc="-10" dirty="0">
                <a:latin typeface="Times New Roman"/>
                <a:cs typeface="Times New Roman"/>
              </a:rPr>
              <a:t> </a:t>
            </a:r>
            <a:r>
              <a:rPr lang="en-US" spc="-5" dirty="0">
                <a:latin typeface="Times New Roman"/>
                <a:cs typeface="Times New Roman"/>
              </a:rPr>
              <a:t>pr</a:t>
            </a:r>
            <a:r>
              <a:rPr lang="en-US" spc="-20" dirty="0">
                <a:latin typeface="Times New Roman"/>
                <a:cs typeface="Times New Roman"/>
              </a:rPr>
              <a:t>e</a:t>
            </a:r>
            <a:r>
              <a:rPr lang="en-US" spc="-5" dirty="0">
                <a:latin typeface="Times New Roman"/>
                <a:cs typeface="Times New Roman"/>
              </a:rPr>
              <a:t>s</a:t>
            </a:r>
            <a:r>
              <a:rPr lang="en-US" dirty="0">
                <a:latin typeface="Times New Roman"/>
                <a:cs typeface="Times New Roman"/>
              </a:rPr>
              <a:t>s </a:t>
            </a:r>
            <a:r>
              <a:rPr lang="en-US" b="1" spc="-5" dirty="0">
                <a:latin typeface="Times New Roman"/>
                <a:cs typeface="Times New Roman"/>
              </a:rPr>
              <a:t>C</a:t>
            </a:r>
            <a:r>
              <a:rPr lang="en-US" b="1" spc="-10" dirty="0">
                <a:latin typeface="Times New Roman"/>
                <a:cs typeface="Times New Roman"/>
              </a:rPr>
              <a:t>t</a:t>
            </a:r>
            <a:r>
              <a:rPr lang="en-US" b="1" spc="-15" dirty="0">
                <a:latin typeface="Times New Roman"/>
                <a:cs typeface="Times New Roman"/>
              </a:rPr>
              <a:t>r</a:t>
            </a:r>
            <a:r>
              <a:rPr lang="en-US" b="1" spc="-5" dirty="0">
                <a:latin typeface="Times New Roman"/>
                <a:cs typeface="Times New Roman"/>
              </a:rPr>
              <a:t>l</a:t>
            </a:r>
            <a:r>
              <a:rPr lang="en-US" b="1" dirty="0">
                <a:latin typeface="Times New Roman"/>
                <a:cs typeface="Times New Roman"/>
              </a:rPr>
              <a:t> </a:t>
            </a:r>
            <a:r>
              <a:rPr lang="en-US" b="1" spc="-10" dirty="0">
                <a:latin typeface="Times New Roman"/>
                <a:cs typeface="Times New Roman"/>
              </a:rPr>
              <a:t>+</a:t>
            </a:r>
            <a:r>
              <a:rPr lang="en-US" b="1" dirty="0">
                <a:latin typeface="Times New Roman"/>
                <a:cs typeface="Times New Roman"/>
              </a:rPr>
              <a:t> </a:t>
            </a:r>
            <a:r>
              <a:rPr lang="en-US" b="1" spc="-5" dirty="0">
                <a:latin typeface="Times New Roman"/>
                <a:cs typeface="Times New Roman"/>
              </a:rPr>
              <a:t>K</a:t>
            </a:r>
            <a:r>
              <a:rPr lang="en-US" spc="-5" dirty="0">
                <a:latin typeface="Times New Roman"/>
                <a:cs typeface="Times New Roman"/>
              </a:rPr>
              <a:t>).</a:t>
            </a:r>
            <a:endParaRPr lang="en-US" dirty="0">
              <a:latin typeface="Times New Roman"/>
              <a:cs typeface="Times New Roman"/>
            </a:endParaRPr>
          </a:p>
          <a:p>
            <a:pPr marL="298450" indent="-285750">
              <a:lnSpc>
                <a:spcPts val="1410"/>
              </a:lnSpc>
              <a:spcBef>
                <a:spcPts val="0"/>
              </a:spcBef>
              <a:buFont typeface="Wingdings" panose="05000000000000000000" pitchFamily="2" charset="2"/>
              <a:buChar char="§"/>
              <a:tabLst>
                <a:tab pos="241300" algn="l"/>
              </a:tabLst>
              <a:defRPr/>
            </a:pPr>
            <a:r>
              <a:rPr lang="en-US" dirty="0">
                <a:latin typeface="Times New Roman"/>
                <a:cs typeface="Times New Roman"/>
              </a:rPr>
              <a:t>P</a:t>
            </a:r>
            <a:r>
              <a:rPr lang="en-US" spc="-10" dirty="0">
                <a:latin typeface="Times New Roman"/>
                <a:cs typeface="Times New Roman"/>
              </a:rPr>
              <a:t>aste</a:t>
            </a:r>
            <a:r>
              <a:rPr lang="en-US" dirty="0">
                <a:latin typeface="Times New Roman"/>
                <a:cs typeface="Times New Roman"/>
              </a:rPr>
              <a:t> </a:t>
            </a:r>
            <a:r>
              <a:rPr lang="en-US" spc="-5" dirty="0">
                <a:latin typeface="Times New Roman"/>
                <a:cs typeface="Times New Roman"/>
              </a:rPr>
              <a:t>the w</a:t>
            </a:r>
            <a:r>
              <a:rPr lang="en-US" spc="-10" dirty="0">
                <a:latin typeface="Times New Roman"/>
                <a:cs typeface="Times New Roman"/>
              </a:rPr>
              <a:t>e</a:t>
            </a:r>
            <a:r>
              <a:rPr lang="en-US" dirty="0">
                <a:latin typeface="Times New Roman"/>
                <a:cs typeface="Times New Roman"/>
              </a:rPr>
              <a:t>b </a:t>
            </a:r>
            <a:r>
              <a:rPr lang="en-US" spc="-15" dirty="0">
                <a:latin typeface="Times New Roman"/>
                <a:cs typeface="Times New Roman"/>
              </a:rPr>
              <a:t>a</a:t>
            </a:r>
            <a:r>
              <a:rPr lang="en-US" dirty="0">
                <a:latin typeface="Times New Roman"/>
                <a:cs typeface="Times New Roman"/>
              </a:rPr>
              <a:t>d</a:t>
            </a:r>
            <a:r>
              <a:rPr lang="en-US" spc="10" dirty="0">
                <a:latin typeface="Times New Roman"/>
                <a:cs typeface="Times New Roman"/>
              </a:rPr>
              <a:t>d</a:t>
            </a:r>
            <a:r>
              <a:rPr lang="en-US" spc="-5" dirty="0">
                <a:latin typeface="Times New Roman"/>
                <a:cs typeface="Times New Roman"/>
              </a:rPr>
              <a:t>r</a:t>
            </a:r>
            <a:r>
              <a:rPr lang="en-US" spc="-20" dirty="0">
                <a:latin typeface="Times New Roman"/>
                <a:cs typeface="Times New Roman"/>
              </a:rPr>
              <a:t>e</a:t>
            </a:r>
            <a:r>
              <a:rPr lang="en-US" spc="-5" dirty="0">
                <a:latin typeface="Times New Roman"/>
                <a:cs typeface="Times New Roman"/>
              </a:rPr>
              <a:t>s</a:t>
            </a:r>
            <a:r>
              <a:rPr lang="en-US" dirty="0">
                <a:latin typeface="Times New Roman"/>
                <a:cs typeface="Times New Roman"/>
              </a:rPr>
              <a:t>s (</a:t>
            </a:r>
            <a:r>
              <a:rPr lang="en-US" spc="5" dirty="0">
                <a:latin typeface="Times New Roman"/>
                <a:cs typeface="Times New Roman"/>
              </a:rPr>
              <a:t>U</a:t>
            </a:r>
            <a:r>
              <a:rPr lang="en-US" spc="-10" dirty="0">
                <a:latin typeface="Times New Roman"/>
                <a:cs typeface="Times New Roman"/>
              </a:rPr>
              <a:t>RL)</a:t>
            </a:r>
            <a:r>
              <a:rPr lang="en-US" spc="-5" dirty="0">
                <a:latin typeface="Times New Roman"/>
                <a:cs typeface="Times New Roman"/>
              </a:rPr>
              <a:t> </a:t>
            </a:r>
            <a:r>
              <a:rPr lang="en-US" spc="-15" dirty="0">
                <a:latin typeface="Times New Roman"/>
                <a:cs typeface="Times New Roman"/>
              </a:rPr>
              <a:t>a</a:t>
            </a:r>
            <a:r>
              <a:rPr lang="en-US" dirty="0">
                <a:latin typeface="Times New Roman"/>
                <a:cs typeface="Times New Roman"/>
              </a:rPr>
              <a:t>nd </a:t>
            </a:r>
            <a:r>
              <a:rPr lang="en-US" spc="-15" dirty="0">
                <a:latin typeface="Times New Roman"/>
                <a:cs typeface="Times New Roman"/>
              </a:rPr>
              <a:t>c</a:t>
            </a:r>
            <a:r>
              <a:rPr lang="en-US" spc="-5" dirty="0">
                <a:latin typeface="Times New Roman"/>
                <a:cs typeface="Times New Roman"/>
              </a:rPr>
              <a:t>li</a:t>
            </a:r>
            <a:r>
              <a:rPr lang="en-US" spc="-15" dirty="0">
                <a:latin typeface="Times New Roman"/>
                <a:cs typeface="Times New Roman"/>
              </a:rPr>
              <a:t>c</a:t>
            </a:r>
            <a:r>
              <a:rPr lang="en-US" dirty="0">
                <a:latin typeface="Times New Roman"/>
                <a:cs typeface="Times New Roman"/>
              </a:rPr>
              <a:t>k</a:t>
            </a:r>
            <a:r>
              <a:rPr lang="en-US" spc="5" dirty="0">
                <a:latin typeface="Times New Roman"/>
                <a:cs typeface="Times New Roman"/>
              </a:rPr>
              <a:t> </a:t>
            </a:r>
            <a:r>
              <a:rPr lang="en-US" b="1" spc="-10" dirty="0">
                <a:latin typeface="Times New Roman"/>
                <a:cs typeface="Times New Roman"/>
              </a:rPr>
              <a:t>OK</a:t>
            </a:r>
            <a:r>
              <a:rPr lang="en-US" dirty="0">
                <a:latin typeface="Times New Roman"/>
                <a:cs typeface="Times New Roman"/>
              </a:rPr>
              <a:t>.</a:t>
            </a:r>
          </a:p>
          <a:p>
            <a:pPr marL="355600">
              <a:lnSpc>
                <a:spcPts val="1410"/>
              </a:lnSpc>
              <a:spcBef>
                <a:spcPts val="0"/>
              </a:spcBef>
              <a:buFont typeface="Wingdings" panose="05000000000000000000" pitchFamily="2" charset="2"/>
              <a:buChar char="§"/>
              <a:tabLst>
                <a:tab pos="241300" algn="l"/>
              </a:tabLst>
              <a:defRPr/>
            </a:pPr>
            <a:endParaRPr lang="en-US" dirty="0"/>
          </a:p>
        </p:txBody>
      </p:sp>
      <p:sp>
        <p:nvSpPr>
          <p:cNvPr id="10" name="object 7">
            <a:extLst>
              <a:ext uri="{FF2B5EF4-FFF2-40B4-BE49-F238E27FC236}">
                <a16:creationId xmlns:a16="http://schemas.microsoft.com/office/drawing/2014/main" id="{272EE64A-32AA-4532-B4CF-4A0E61939CB0}"/>
              </a:ext>
            </a:extLst>
          </p:cNvPr>
          <p:cNvSpPr>
            <a:spLocks noChangeArrowheads="1"/>
          </p:cNvSpPr>
          <p:nvPr/>
        </p:nvSpPr>
        <p:spPr bwMode="auto">
          <a:xfrm>
            <a:off x="6096001" y="176147"/>
            <a:ext cx="3022359" cy="1730474"/>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dirty="0"/>
          </a:p>
        </p:txBody>
      </p:sp>
      <p:sp>
        <p:nvSpPr>
          <p:cNvPr id="11" name="object 8">
            <a:extLst>
              <a:ext uri="{FF2B5EF4-FFF2-40B4-BE49-F238E27FC236}">
                <a16:creationId xmlns:a16="http://schemas.microsoft.com/office/drawing/2014/main" id="{9BB0B6AA-FEFE-4A0D-BF55-72BEF16D0DC8}"/>
              </a:ext>
            </a:extLst>
          </p:cNvPr>
          <p:cNvSpPr>
            <a:spLocks noChangeArrowheads="1"/>
          </p:cNvSpPr>
          <p:nvPr/>
        </p:nvSpPr>
        <p:spPr bwMode="auto">
          <a:xfrm>
            <a:off x="6096000" y="2295525"/>
            <a:ext cx="3022359" cy="1730474"/>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p>
        </p:txBody>
      </p:sp>
      <p:sp>
        <p:nvSpPr>
          <p:cNvPr id="12" name="object 19">
            <a:extLst>
              <a:ext uri="{FF2B5EF4-FFF2-40B4-BE49-F238E27FC236}">
                <a16:creationId xmlns:a16="http://schemas.microsoft.com/office/drawing/2014/main" id="{FCA13F8D-435B-44F0-9DDA-179AC9B878E9}"/>
              </a:ext>
            </a:extLst>
          </p:cNvPr>
          <p:cNvSpPr>
            <a:spLocks noChangeArrowheads="1"/>
          </p:cNvSpPr>
          <p:nvPr/>
        </p:nvSpPr>
        <p:spPr bwMode="auto">
          <a:xfrm>
            <a:off x="908426" y="3669850"/>
            <a:ext cx="3911600" cy="2328862"/>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p>
        </p:txBody>
      </p:sp>
    </p:spTree>
    <p:extLst>
      <p:ext uri="{BB962C8B-B14F-4D97-AF65-F5344CB8AC3E}">
        <p14:creationId xmlns:p14="http://schemas.microsoft.com/office/powerpoint/2010/main" val="3644190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33EBFB56-A976-4165-AB11-9DBFA181094B}"/>
              </a:ext>
            </a:extLst>
          </p:cNvPr>
          <p:cNvSpPr>
            <a:spLocks noGrp="1"/>
          </p:cNvSpPr>
          <p:nvPr>
            <p:ph idx="1"/>
          </p:nvPr>
        </p:nvSpPr>
        <p:spPr>
          <a:xfrm>
            <a:off x="436702" y="177926"/>
            <a:ext cx="8596668" cy="6502147"/>
          </a:xfrm>
        </p:spPr>
        <p:txBody>
          <a:bodyPr/>
          <a:lstStyle/>
          <a:p>
            <a:pPr>
              <a:buFont typeface="Wingdings" panose="05000000000000000000" pitchFamily="2" charset="2"/>
              <a:buChar char="q"/>
            </a:pPr>
            <a:r>
              <a:rPr lang="en-US" sz="2400" b="1" u="sng" dirty="0">
                <a:effectLst>
                  <a:outerShdw blurRad="38100" dist="38100" dir="2700000" algn="tl">
                    <a:srgbClr val="000000">
                      <a:alpha val="43137"/>
                    </a:srgbClr>
                  </a:outerShdw>
                </a:effectLst>
                <a:latin typeface="Times New Roman"/>
                <a:cs typeface="Times New Roman"/>
              </a:rPr>
              <a:t>Column</a:t>
            </a:r>
            <a:r>
              <a:rPr lang="en-US" b="1" i="1" u="sng" dirty="0">
                <a:effectLst>
                  <a:outerShdw blurRad="38100" dist="38100" dir="2700000" algn="tl">
                    <a:srgbClr val="000000">
                      <a:alpha val="43137"/>
                    </a:srgbClr>
                  </a:outerShdw>
                </a:effectLst>
                <a:latin typeface="Times New Roman"/>
                <a:cs typeface="Times New Roman"/>
              </a:rPr>
              <a:t>:</a:t>
            </a:r>
            <a:endParaRPr lang="en-US" b="1" u="sng" dirty="0">
              <a:effectLst>
                <a:outerShdw blurRad="38100" dist="38100" dir="2700000" algn="tl">
                  <a:srgbClr val="000000">
                    <a:alpha val="43137"/>
                  </a:srgbClr>
                </a:outerShdw>
              </a:effectLst>
              <a:latin typeface="Times New Roman"/>
              <a:cs typeface="Times New Roman"/>
            </a:endParaRPr>
          </a:p>
          <a:p>
            <a:pPr>
              <a:lnSpc>
                <a:spcPts val="1413"/>
              </a:lnSpc>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Open your Word document and click where you want to insert the table.</a:t>
            </a:r>
          </a:p>
          <a:p>
            <a:pPr>
              <a:lnSpc>
                <a:spcPts val="1375"/>
              </a:lnSpc>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Go to the </a:t>
            </a:r>
            <a:r>
              <a:rPr lang="en-US" altLang="en-US" b="1" dirty="0">
                <a:latin typeface="Times New Roman" panose="02020603050405020304" pitchFamily="18" charset="0"/>
                <a:cs typeface="Times New Roman" panose="02020603050405020304" pitchFamily="18" charset="0"/>
              </a:rPr>
              <a:t>Insert </a:t>
            </a:r>
            <a:r>
              <a:rPr lang="en-US" altLang="en-US" dirty="0">
                <a:latin typeface="Times New Roman" panose="02020603050405020304" pitchFamily="18" charset="0"/>
                <a:cs typeface="Times New Roman" panose="02020603050405020304" pitchFamily="18" charset="0"/>
              </a:rPr>
              <a:t>tab and click on </a:t>
            </a:r>
            <a:r>
              <a:rPr lang="en-US" altLang="en-US" b="1" dirty="0">
                <a:latin typeface="Times New Roman" panose="02020603050405020304" pitchFamily="18" charset="0"/>
                <a:cs typeface="Times New Roman" panose="02020603050405020304" pitchFamily="18" charset="0"/>
              </a:rPr>
              <a:t>Table</a:t>
            </a:r>
            <a:r>
              <a:rPr lang="en-US" altLang="en-US" dirty="0">
                <a:latin typeface="Times New Roman" panose="02020603050405020304" pitchFamily="18" charset="0"/>
                <a:cs typeface="Times New Roman" panose="02020603050405020304" pitchFamily="18" charset="0"/>
              </a:rPr>
              <a:t>.</a:t>
            </a:r>
          </a:p>
          <a:p>
            <a:pPr>
              <a:lnSpc>
                <a:spcPts val="1375"/>
              </a:lnSpc>
              <a:spcBef>
                <a:spcPts val="63"/>
              </a:spcBef>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Select the number of </a:t>
            </a:r>
            <a:r>
              <a:rPr lang="en-US" altLang="en-US" b="1" dirty="0">
                <a:latin typeface="Times New Roman" panose="02020603050405020304" pitchFamily="18" charset="0"/>
                <a:cs typeface="Times New Roman" panose="02020603050405020304" pitchFamily="18" charset="0"/>
              </a:rPr>
              <a:t>rows and columns </a:t>
            </a:r>
            <a:r>
              <a:rPr lang="en-US" altLang="en-US" dirty="0">
                <a:latin typeface="Times New Roman" panose="02020603050405020304" pitchFamily="18" charset="0"/>
                <a:cs typeface="Times New Roman" panose="02020603050405020304" pitchFamily="18" charset="0"/>
              </a:rPr>
              <a:t>from the grid, or choose </a:t>
            </a:r>
            <a:r>
              <a:rPr lang="en-US" altLang="en-US" b="1" dirty="0">
                <a:latin typeface="Times New Roman" panose="02020603050405020304" pitchFamily="18" charset="0"/>
                <a:cs typeface="Times New Roman" panose="02020603050405020304" pitchFamily="18" charset="0"/>
              </a:rPr>
              <a:t>Insert Table </a:t>
            </a:r>
            <a:r>
              <a:rPr lang="en-US" altLang="en-US" dirty="0">
                <a:latin typeface="Times New Roman" panose="02020603050405020304" pitchFamily="18" charset="0"/>
                <a:cs typeface="Times New Roman" panose="02020603050405020304" pitchFamily="18" charset="0"/>
              </a:rPr>
              <a:t>for custom size.</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a:buFont typeface="Wingdings" panose="05000000000000000000" pitchFamily="2" charset="2"/>
              <a:buChar char="q"/>
            </a:pPr>
            <a:r>
              <a:rPr lang="en-US" b="1" u="sng" dirty="0">
                <a:effectLst>
                  <a:outerShdw blurRad="38100" dist="38100" dir="2700000" algn="tl">
                    <a:srgbClr val="000000">
                      <a:alpha val="43137"/>
                    </a:srgbClr>
                  </a:outerShdw>
                </a:effectLst>
                <a:latin typeface="Times New Roman"/>
                <a:cs typeface="Times New Roman"/>
              </a:rPr>
              <a:t>P</a:t>
            </a:r>
            <a:r>
              <a:rPr lang="en-US" b="1" u="sng" spc="5" dirty="0">
                <a:effectLst>
                  <a:outerShdw blurRad="38100" dist="38100" dir="2700000" algn="tl">
                    <a:srgbClr val="000000">
                      <a:alpha val="43137"/>
                    </a:srgbClr>
                  </a:outerShdw>
                </a:effectLst>
                <a:latin typeface="Times New Roman"/>
                <a:cs typeface="Times New Roman"/>
              </a:rPr>
              <a:t>i</a:t>
            </a:r>
            <a:r>
              <a:rPr lang="en-US" b="1" u="sng" dirty="0">
                <a:effectLst>
                  <a:outerShdw blurRad="38100" dist="38100" dir="2700000" algn="tl">
                    <a:srgbClr val="000000">
                      <a:alpha val="43137"/>
                    </a:srgbClr>
                  </a:outerShdw>
                </a:effectLst>
                <a:latin typeface="Times New Roman"/>
                <a:cs typeface="Times New Roman"/>
              </a:rPr>
              <a:t>ctu</a:t>
            </a:r>
            <a:r>
              <a:rPr lang="en-US" b="1" u="sng" spc="-35" dirty="0">
                <a:effectLst>
                  <a:outerShdw blurRad="38100" dist="38100" dir="2700000" algn="tl">
                    <a:srgbClr val="000000">
                      <a:alpha val="43137"/>
                    </a:srgbClr>
                  </a:outerShdw>
                </a:effectLst>
                <a:latin typeface="Times New Roman"/>
                <a:cs typeface="Times New Roman"/>
              </a:rPr>
              <a:t>r</a:t>
            </a:r>
            <a:r>
              <a:rPr lang="en-US" b="1" u="sng" dirty="0">
                <a:effectLst>
                  <a:outerShdw blurRad="38100" dist="38100" dir="2700000" algn="tl">
                    <a:srgbClr val="000000">
                      <a:alpha val="43137"/>
                    </a:srgbClr>
                  </a:outerShdw>
                </a:effectLst>
                <a:latin typeface="Times New Roman"/>
                <a:cs typeface="Times New Roman"/>
              </a:rPr>
              <a:t>e</a:t>
            </a:r>
            <a:r>
              <a:rPr lang="en-US" b="1" u="sng" spc="-5" dirty="0">
                <a:effectLst>
                  <a:outerShdw blurRad="38100" dist="38100" dir="2700000" algn="tl">
                    <a:srgbClr val="000000">
                      <a:alpha val="43137"/>
                    </a:srgbClr>
                  </a:outerShdw>
                </a:effectLst>
                <a:latin typeface="Times New Roman"/>
                <a:cs typeface="Times New Roman"/>
              </a:rPr>
              <a:t> </a:t>
            </a:r>
            <a:r>
              <a:rPr lang="en-US" b="1" u="sng" dirty="0">
                <a:effectLst>
                  <a:outerShdw blurRad="38100" dist="38100" dir="2700000" algn="tl">
                    <a:srgbClr val="000000">
                      <a:alpha val="43137"/>
                    </a:srgbClr>
                  </a:outerShdw>
                </a:effectLst>
                <a:latin typeface="Times New Roman"/>
                <a:cs typeface="Times New Roman"/>
              </a:rPr>
              <a:t>in</a:t>
            </a:r>
            <a:r>
              <a:rPr lang="en-US" b="1" u="sng" spc="-10" dirty="0">
                <a:effectLst>
                  <a:outerShdw blurRad="38100" dist="38100" dir="2700000" algn="tl">
                    <a:srgbClr val="000000">
                      <a:alpha val="43137"/>
                    </a:srgbClr>
                  </a:outerShdw>
                </a:effectLst>
                <a:latin typeface="Times New Roman"/>
                <a:cs typeface="Times New Roman"/>
              </a:rPr>
              <a:t>s</a:t>
            </a:r>
            <a:r>
              <a:rPr lang="en-US" b="1" u="sng" dirty="0">
                <a:effectLst>
                  <a:outerShdw blurRad="38100" dist="38100" dir="2700000" algn="tl">
                    <a:srgbClr val="000000">
                      <a:alpha val="43137"/>
                    </a:srgbClr>
                  </a:outerShdw>
                </a:effectLst>
                <a:latin typeface="Times New Roman"/>
                <a:cs typeface="Times New Roman"/>
              </a:rPr>
              <a:t>e</a:t>
            </a:r>
            <a:r>
              <a:rPr lang="en-US" b="1" u="sng" spc="5" dirty="0">
                <a:effectLst>
                  <a:outerShdw blurRad="38100" dist="38100" dir="2700000" algn="tl">
                    <a:srgbClr val="000000">
                      <a:alpha val="43137"/>
                    </a:srgbClr>
                  </a:outerShdw>
                </a:effectLst>
                <a:latin typeface="Times New Roman"/>
                <a:cs typeface="Times New Roman"/>
              </a:rPr>
              <a:t>r</a:t>
            </a:r>
            <a:r>
              <a:rPr lang="en-US" b="1" u="sng" dirty="0">
                <a:effectLst>
                  <a:outerShdw blurRad="38100" dist="38100" dir="2700000" algn="tl">
                    <a:srgbClr val="000000">
                      <a:alpha val="43137"/>
                    </a:srgbClr>
                  </a:outerShdw>
                </a:effectLst>
                <a:latin typeface="Times New Roman"/>
                <a:cs typeface="Times New Roman"/>
              </a:rPr>
              <a:t>t:</a:t>
            </a:r>
          </a:p>
          <a:p>
            <a:pPr marL="298450" indent="-285750">
              <a:lnSpc>
                <a:spcPts val="1410"/>
              </a:lnSpc>
              <a:spcBef>
                <a:spcPts val="0"/>
              </a:spcBef>
              <a:buFont typeface="Wingdings" panose="05000000000000000000" pitchFamily="2" charset="2"/>
              <a:buChar char="§"/>
              <a:tabLst>
                <a:tab pos="241300" algn="l"/>
              </a:tabLst>
              <a:defRPr/>
            </a:pPr>
            <a:r>
              <a:rPr lang="en-US" spc="-5" dirty="0">
                <a:latin typeface="Times New Roman"/>
                <a:cs typeface="Times New Roman"/>
              </a:rPr>
              <a:t>Cli</a:t>
            </a:r>
            <a:r>
              <a:rPr lang="en-US" spc="-15" dirty="0">
                <a:latin typeface="Times New Roman"/>
                <a:cs typeface="Times New Roman"/>
              </a:rPr>
              <a:t>c</a:t>
            </a:r>
            <a:r>
              <a:rPr lang="en-US" dirty="0">
                <a:latin typeface="Times New Roman"/>
                <a:cs typeface="Times New Roman"/>
              </a:rPr>
              <a:t>k </a:t>
            </a:r>
            <a:r>
              <a:rPr lang="en-US" spc="-5" dirty="0">
                <a:latin typeface="Times New Roman"/>
                <a:cs typeface="Times New Roman"/>
              </a:rPr>
              <a:t>wh</a:t>
            </a:r>
            <a:r>
              <a:rPr lang="en-US" spc="-10" dirty="0">
                <a:latin typeface="Times New Roman"/>
                <a:cs typeface="Times New Roman"/>
              </a:rPr>
              <a:t>e</a:t>
            </a:r>
            <a:r>
              <a:rPr lang="en-US" spc="-5" dirty="0">
                <a:latin typeface="Times New Roman"/>
                <a:cs typeface="Times New Roman"/>
              </a:rPr>
              <a:t>re</a:t>
            </a:r>
            <a:r>
              <a:rPr lang="en-US" spc="-10" dirty="0">
                <a:latin typeface="Times New Roman"/>
                <a:cs typeface="Times New Roman"/>
              </a:rPr>
              <a:t> </a:t>
            </a:r>
            <a:r>
              <a:rPr lang="en-US" dirty="0">
                <a:latin typeface="Times New Roman"/>
                <a:cs typeface="Times New Roman"/>
              </a:rPr>
              <a:t>you </a:t>
            </a:r>
            <a:r>
              <a:rPr lang="en-US" spc="5" dirty="0">
                <a:latin typeface="Times New Roman"/>
                <a:cs typeface="Times New Roman"/>
              </a:rPr>
              <a:t>w</a:t>
            </a:r>
            <a:r>
              <a:rPr lang="en-US" spc="-15" dirty="0">
                <a:latin typeface="Times New Roman"/>
                <a:cs typeface="Times New Roman"/>
              </a:rPr>
              <a:t>a</a:t>
            </a:r>
            <a:r>
              <a:rPr lang="en-US" spc="-5" dirty="0">
                <a:latin typeface="Times New Roman"/>
                <a:cs typeface="Times New Roman"/>
              </a:rPr>
              <a:t>nt</a:t>
            </a:r>
            <a:r>
              <a:rPr lang="en-US" dirty="0">
                <a:latin typeface="Times New Roman"/>
                <a:cs typeface="Times New Roman"/>
              </a:rPr>
              <a:t> </a:t>
            </a:r>
            <a:r>
              <a:rPr lang="en-US" spc="-5" dirty="0">
                <a:latin typeface="Times New Roman"/>
                <a:cs typeface="Times New Roman"/>
              </a:rPr>
              <a:t>t</a:t>
            </a:r>
            <a:r>
              <a:rPr lang="en-US" dirty="0">
                <a:latin typeface="Times New Roman"/>
                <a:cs typeface="Times New Roman"/>
              </a:rPr>
              <a:t>o </a:t>
            </a:r>
            <a:r>
              <a:rPr lang="en-US" spc="-5" dirty="0">
                <a:latin typeface="Times New Roman"/>
                <a:cs typeface="Times New Roman"/>
              </a:rPr>
              <a:t>inse</a:t>
            </a:r>
            <a:r>
              <a:rPr lang="en-US" spc="-15" dirty="0">
                <a:latin typeface="Times New Roman"/>
                <a:cs typeface="Times New Roman"/>
              </a:rPr>
              <a:t>r</a:t>
            </a:r>
            <a:r>
              <a:rPr lang="en-US" spc="-5" dirty="0">
                <a:latin typeface="Times New Roman"/>
                <a:cs typeface="Times New Roman"/>
              </a:rPr>
              <a:t>t</a:t>
            </a:r>
            <a:r>
              <a:rPr lang="en-US" dirty="0">
                <a:latin typeface="Times New Roman"/>
                <a:cs typeface="Times New Roman"/>
              </a:rPr>
              <a:t> </a:t>
            </a:r>
            <a:r>
              <a:rPr lang="en-US" spc="-5" dirty="0">
                <a:latin typeface="Times New Roman"/>
                <a:cs typeface="Times New Roman"/>
              </a:rPr>
              <a:t>the pictu</a:t>
            </a:r>
            <a:r>
              <a:rPr lang="en-US" spc="-10" dirty="0">
                <a:latin typeface="Times New Roman"/>
                <a:cs typeface="Times New Roman"/>
              </a:rPr>
              <a:t>re</a:t>
            </a:r>
            <a:r>
              <a:rPr lang="en-US" spc="-5" dirty="0">
                <a:latin typeface="Times New Roman"/>
                <a:cs typeface="Times New Roman"/>
              </a:rPr>
              <a:t> in the </a:t>
            </a:r>
            <a:r>
              <a:rPr lang="en-US" spc="10" dirty="0">
                <a:latin typeface="Times New Roman"/>
                <a:cs typeface="Times New Roman"/>
              </a:rPr>
              <a:t>d</a:t>
            </a:r>
            <a:r>
              <a:rPr lang="en-US" spc="-10" dirty="0">
                <a:latin typeface="Times New Roman"/>
                <a:cs typeface="Times New Roman"/>
              </a:rPr>
              <a:t>o</a:t>
            </a:r>
            <a:r>
              <a:rPr lang="en-US" spc="-15" dirty="0">
                <a:latin typeface="Times New Roman"/>
                <a:cs typeface="Times New Roman"/>
              </a:rPr>
              <a:t>c</a:t>
            </a:r>
            <a:r>
              <a:rPr lang="en-US" spc="-10" dirty="0">
                <a:latin typeface="Times New Roman"/>
                <a:cs typeface="Times New Roman"/>
              </a:rPr>
              <a:t>ument.</a:t>
            </a:r>
            <a:endParaRPr lang="en-US" dirty="0">
              <a:latin typeface="Times New Roman"/>
              <a:cs typeface="Times New Roman"/>
            </a:endParaRPr>
          </a:p>
          <a:p>
            <a:pPr marL="298450" indent="-285750">
              <a:lnSpc>
                <a:spcPts val="1410"/>
              </a:lnSpc>
              <a:spcBef>
                <a:spcPts val="0"/>
              </a:spcBef>
              <a:buFont typeface="Wingdings" panose="05000000000000000000" pitchFamily="2" charset="2"/>
              <a:buChar char="§"/>
              <a:tabLst>
                <a:tab pos="241300" algn="l"/>
              </a:tabLst>
              <a:defRPr/>
            </a:pPr>
            <a:r>
              <a:rPr lang="en-US" spc="-5" dirty="0">
                <a:latin typeface="Times New Roman"/>
                <a:cs typeface="Times New Roman"/>
              </a:rPr>
              <a:t>G</a:t>
            </a:r>
            <a:r>
              <a:rPr lang="en-US" dirty="0">
                <a:latin typeface="Times New Roman"/>
                <a:cs typeface="Times New Roman"/>
              </a:rPr>
              <a:t>o </a:t>
            </a:r>
            <a:r>
              <a:rPr lang="en-US" spc="-5" dirty="0">
                <a:latin typeface="Times New Roman"/>
                <a:cs typeface="Times New Roman"/>
              </a:rPr>
              <a:t>to the </a:t>
            </a:r>
            <a:r>
              <a:rPr lang="en-US" b="1" spc="-5" dirty="0">
                <a:latin typeface="Times New Roman"/>
                <a:cs typeface="Times New Roman"/>
              </a:rPr>
              <a:t>I</a:t>
            </a:r>
            <a:r>
              <a:rPr lang="en-US" b="1" dirty="0">
                <a:latin typeface="Times New Roman"/>
                <a:cs typeface="Times New Roman"/>
              </a:rPr>
              <a:t>n</a:t>
            </a:r>
            <a:r>
              <a:rPr lang="en-US" b="1" spc="-5" dirty="0">
                <a:latin typeface="Times New Roman"/>
                <a:cs typeface="Times New Roman"/>
              </a:rPr>
              <a:t>se</a:t>
            </a:r>
            <a:r>
              <a:rPr lang="en-US" b="1" spc="-15" dirty="0">
                <a:latin typeface="Times New Roman"/>
                <a:cs typeface="Times New Roman"/>
              </a:rPr>
              <a:t>r</a:t>
            </a:r>
            <a:r>
              <a:rPr lang="en-US" b="1" dirty="0">
                <a:latin typeface="Times New Roman"/>
                <a:cs typeface="Times New Roman"/>
              </a:rPr>
              <a:t>t</a:t>
            </a:r>
            <a:r>
              <a:rPr lang="en-US" b="1" spc="-5" dirty="0">
                <a:latin typeface="Times New Roman"/>
                <a:cs typeface="Times New Roman"/>
              </a:rPr>
              <a:t> </a:t>
            </a:r>
            <a:r>
              <a:rPr lang="en-US" spc="-5" dirty="0">
                <a:latin typeface="Times New Roman"/>
                <a:cs typeface="Times New Roman"/>
              </a:rPr>
              <a:t>tab </a:t>
            </a:r>
            <a:r>
              <a:rPr lang="en-US" spc="-20" dirty="0">
                <a:latin typeface="Times New Roman"/>
                <a:cs typeface="Times New Roman"/>
              </a:rPr>
              <a:t>a</a:t>
            </a:r>
            <a:r>
              <a:rPr lang="en-US" dirty="0">
                <a:latin typeface="Times New Roman"/>
                <a:cs typeface="Times New Roman"/>
              </a:rPr>
              <a:t>nd</a:t>
            </a:r>
            <a:r>
              <a:rPr lang="en-US" spc="10" dirty="0">
                <a:latin typeface="Times New Roman"/>
                <a:cs typeface="Times New Roman"/>
              </a:rPr>
              <a:t> </a:t>
            </a:r>
            <a:r>
              <a:rPr lang="en-US" spc="-15" dirty="0">
                <a:latin typeface="Times New Roman"/>
                <a:cs typeface="Times New Roman"/>
              </a:rPr>
              <a:t>c</a:t>
            </a:r>
            <a:r>
              <a:rPr lang="en-US" spc="-5" dirty="0">
                <a:latin typeface="Times New Roman"/>
                <a:cs typeface="Times New Roman"/>
              </a:rPr>
              <a:t>li</a:t>
            </a:r>
            <a:r>
              <a:rPr lang="en-US" spc="-15" dirty="0">
                <a:latin typeface="Times New Roman"/>
                <a:cs typeface="Times New Roman"/>
              </a:rPr>
              <a:t>c</a:t>
            </a:r>
            <a:r>
              <a:rPr lang="en-US" dirty="0">
                <a:latin typeface="Times New Roman"/>
                <a:cs typeface="Times New Roman"/>
              </a:rPr>
              <a:t>k</a:t>
            </a:r>
            <a:r>
              <a:rPr lang="en-US" spc="5" dirty="0">
                <a:latin typeface="Times New Roman"/>
                <a:cs typeface="Times New Roman"/>
              </a:rPr>
              <a:t> </a:t>
            </a:r>
            <a:r>
              <a:rPr lang="en-US" b="1" spc="-10" dirty="0">
                <a:latin typeface="Times New Roman"/>
                <a:cs typeface="Times New Roman"/>
              </a:rPr>
              <a:t>Pi</a:t>
            </a:r>
            <a:r>
              <a:rPr lang="en-US" b="1" spc="-15" dirty="0">
                <a:latin typeface="Times New Roman"/>
                <a:cs typeface="Times New Roman"/>
              </a:rPr>
              <a:t>c</a:t>
            </a:r>
            <a:r>
              <a:rPr lang="en-US" b="1" dirty="0">
                <a:latin typeface="Times New Roman"/>
                <a:cs typeface="Times New Roman"/>
              </a:rPr>
              <a:t>tu</a:t>
            </a:r>
            <a:r>
              <a:rPr lang="en-US" b="1" spc="-5" dirty="0">
                <a:latin typeface="Times New Roman"/>
                <a:cs typeface="Times New Roman"/>
              </a:rPr>
              <a:t>r</a:t>
            </a:r>
            <a:r>
              <a:rPr lang="en-US" b="1" spc="-15" dirty="0">
                <a:latin typeface="Times New Roman"/>
                <a:cs typeface="Times New Roman"/>
              </a:rPr>
              <a:t>e</a:t>
            </a:r>
            <a:r>
              <a:rPr lang="en-US" b="1" dirty="0">
                <a:latin typeface="Times New Roman"/>
                <a:cs typeface="Times New Roman"/>
              </a:rPr>
              <a:t>s</a:t>
            </a:r>
            <a:r>
              <a:rPr lang="en-US" dirty="0">
                <a:latin typeface="Times New Roman"/>
                <a:cs typeface="Times New Roman"/>
              </a:rPr>
              <a:t>.</a:t>
            </a:r>
          </a:p>
          <a:p>
            <a:pPr marL="298450" indent="-285750">
              <a:lnSpc>
                <a:spcPts val="1410"/>
              </a:lnSpc>
              <a:spcBef>
                <a:spcPts val="0"/>
              </a:spcBef>
              <a:buFont typeface="Wingdings" panose="05000000000000000000" pitchFamily="2" charset="2"/>
              <a:buChar char="§"/>
              <a:tabLst>
                <a:tab pos="241300" algn="l"/>
              </a:tabLst>
              <a:defRPr/>
            </a:pPr>
            <a:r>
              <a:rPr lang="en-US" spc="-10" dirty="0">
                <a:latin typeface="Times New Roman"/>
                <a:cs typeface="Times New Roman"/>
              </a:rPr>
              <a:t>C</a:t>
            </a:r>
            <a:r>
              <a:rPr lang="en-US" dirty="0">
                <a:latin typeface="Times New Roman"/>
                <a:cs typeface="Times New Roman"/>
              </a:rPr>
              <a:t>hoose</a:t>
            </a:r>
            <a:r>
              <a:rPr lang="en-US" spc="-5" dirty="0">
                <a:latin typeface="Times New Roman"/>
                <a:cs typeface="Times New Roman"/>
              </a:rPr>
              <a:t> </a:t>
            </a:r>
            <a:r>
              <a:rPr lang="en-US" b="1" spc="-10" dirty="0">
                <a:latin typeface="Times New Roman"/>
                <a:cs typeface="Times New Roman"/>
              </a:rPr>
              <a:t>T</a:t>
            </a:r>
            <a:r>
              <a:rPr lang="en-US" b="1" dirty="0">
                <a:latin typeface="Times New Roman"/>
                <a:cs typeface="Times New Roman"/>
              </a:rPr>
              <a:t>h</a:t>
            </a:r>
            <a:r>
              <a:rPr lang="en-US" b="1" spc="-5" dirty="0">
                <a:latin typeface="Times New Roman"/>
                <a:cs typeface="Times New Roman"/>
              </a:rPr>
              <a:t>is Device </a:t>
            </a:r>
            <a:r>
              <a:rPr lang="en-US" dirty="0">
                <a:latin typeface="Times New Roman"/>
                <a:cs typeface="Times New Roman"/>
              </a:rPr>
              <a:t>or</a:t>
            </a:r>
            <a:r>
              <a:rPr lang="en-US" spc="5" dirty="0">
                <a:latin typeface="Times New Roman"/>
                <a:cs typeface="Times New Roman"/>
              </a:rPr>
              <a:t> </a:t>
            </a:r>
            <a:r>
              <a:rPr lang="en-US" b="1" spc="-10" dirty="0">
                <a:latin typeface="Times New Roman"/>
                <a:cs typeface="Times New Roman"/>
              </a:rPr>
              <a:t>O</a:t>
            </a:r>
            <a:r>
              <a:rPr lang="en-US" b="1" spc="-5" dirty="0">
                <a:latin typeface="Times New Roman"/>
                <a:cs typeface="Times New Roman"/>
              </a:rPr>
              <a:t>nli</a:t>
            </a:r>
            <a:r>
              <a:rPr lang="en-US" b="1" dirty="0">
                <a:latin typeface="Times New Roman"/>
                <a:cs typeface="Times New Roman"/>
              </a:rPr>
              <a:t>n</a:t>
            </a:r>
            <a:r>
              <a:rPr lang="en-US" b="1" spc="-10" dirty="0">
                <a:latin typeface="Times New Roman"/>
                <a:cs typeface="Times New Roman"/>
              </a:rPr>
              <a:t>e</a:t>
            </a:r>
            <a:r>
              <a:rPr lang="en-US" b="1" spc="-5" dirty="0">
                <a:latin typeface="Times New Roman"/>
                <a:cs typeface="Times New Roman"/>
              </a:rPr>
              <a:t> </a:t>
            </a:r>
            <a:r>
              <a:rPr lang="en-US" b="1" spc="-10" dirty="0">
                <a:latin typeface="Times New Roman"/>
                <a:cs typeface="Times New Roman"/>
              </a:rPr>
              <a:t>Pi</a:t>
            </a:r>
            <a:r>
              <a:rPr lang="en-US" b="1" spc="-15" dirty="0">
                <a:latin typeface="Times New Roman"/>
                <a:cs typeface="Times New Roman"/>
              </a:rPr>
              <a:t>c</a:t>
            </a:r>
            <a:r>
              <a:rPr lang="en-US" b="1" dirty="0">
                <a:latin typeface="Times New Roman"/>
                <a:cs typeface="Times New Roman"/>
              </a:rPr>
              <a:t>tu</a:t>
            </a:r>
            <a:r>
              <a:rPr lang="en-US" b="1" spc="-5" dirty="0">
                <a:latin typeface="Times New Roman"/>
                <a:cs typeface="Times New Roman"/>
              </a:rPr>
              <a:t>r</a:t>
            </a:r>
            <a:r>
              <a:rPr lang="en-US" b="1" spc="-15" dirty="0">
                <a:latin typeface="Times New Roman"/>
                <a:cs typeface="Times New Roman"/>
              </a:rPr>
              <a:t>e</a:t>
            </a:r>
            <a:r>
              <a:rPr lang="en-US" b="1" dirty="0">
                <a:latin typeface="Times New Roman"/>
                <a:cs typeface="Times New Roman"/>
              </a:rPr>
              <a:t>s</a:t>
            </a:r>
            <a:r>
              <a:rPr lang="en-US" dirty="0">
                <a:latin typeface="Times New Roman"/>
                <a:cs typeface="Times New Roman"/>
              </a:rPr>
              <a:t>, </a:t>
            </a:r>
          </a:p>
          <a:p>
            <a:pPr marL="298450" indent="-285750">
              <a:lnSpc>
                <a:spcPts val="1410"/>
              </a:lnSpc>
              <a:spcBef>
                <a:spcPts val="0"/>
              </a:spcBef>
              <a:buFont typeface="Wingdings" panose="05000000000000000000" pitchFamily="2" charset="2"/>
              <a:buChar char="§"/>
              <a:tabLst>
                <a:tab pos="241300" algn="l"/>
              </a:tabLst>
              <a:defRPr/>
            </a:pPr>
            <a:r>
              <a:rPr lang="en-US" spc="-5" dirty="0">
                <a:latin typeface="Times New Roman"/>
                <a:cs typeface="Times New Roman"/>
              </a:rPr>
              <a:t>sele</a:t>
            </a:r>
            <a:r>
              <a:rPr lang="en-US" spc="-20" dirty="0">
                <a:latin typeface="Times New Roman"/>
                <a:cs typeface="Times New Roman"/>
              </a:rPr>
              <a:t>c</a:t>
            </a:r>
            <a:r>
              <a:rPr lang="en-US" spc="-5" dirty="0">
                <a:latin typeface="Times New Roman"/>
                <a:cs typeface="Times New Roman"/>
              </a:rPr>
              <a:t>t</a:t>
            </a:r>
            <a:r>
              <a:rPr lang="en-US" dirty="0">
                <a:latin typeface="Times New Roman"/>
                <a:cs typeface="Times New Roman"/>
              </a:rPr>
              <a:t> </a:t>
            </a:r>
            <a:r>
              <a:rPr lang="en-US" spc="-5" dirty="0">
                <a:latin typeface="Times New Roman"/>
                <a:cs typeface="Times New Roman"/>
              </a:rPr>
              <a:t>the </a:t>
            </a:r>
            <a:r>
              <a:rPr lang="en-US" spc="-10" dirty="0">
                <a:latin typeface="Times New Roman"/>
                <a:cs typeface="Times New Roman"/>
              </a:rPr>
              <a:t>im</a:t>
            </a:r>
            <a:r>
              <a:rPr lang="en-US" spc="-15" dirty="0">
                <a:latin typeface="Times New Roman"/>
                <a:cs typeface="Times New Roman"/>
              </a:rPr>
              <a:t>a</a:t>
            </a:r>
            <a:r>
              <a:rPr lang="en-US" spc="-10" dirty="0">
                <a:latin typeface="Times New Roman"/>
                <a:cs typeface="Times New Roman"/>
              </a:rPr>
              <a:t>g</a:t>
            </a:r>
            <a:r>
              <a:rPr lang="en-US" spc="-15" dirty="0">
                <a:latin typeface="Times New Roman"/>
                <a:cs typeface="Times New Roman"/>
              </a:rPr>
              <a:t>e</a:t>
            </a:r>
            <a:r>
              <a:rPr lang="en-US" dirty="0">
                <a:latin typeface="Times New Roman"/>
                <a:cs typeface="Times New Roman"/>
              </a:rPr>
              <a:t>, </a:t>
            </a:r>
            <a:r>
              <a:rPr lang="en-US" spc="-15" dirty="0">
                <a:latin typeface="Times New Roman"/>
                <a:cs typeface="Times New Roman"/>
              </a:rPr>
              <a:t>a</a:t>
            </a:r>
            <a:r>
              <a:rPr lang="en-US" dirty="0">
                <a:latin typeface="Times New Roman"/>
                <a:cs typeface="Times New Roman"/>
              </a:rPr>
              <a:t>nd</a:t>
            </a:r>
            <a:r>
              <a:rPr lang="en-US" spc="10" dirty="0">
                <a:latin typeface="Times New Roman"/>
                <a:cs typeface="Times New Roman"/>
              </a:rPr>
              <a:t> </a:t>
            </a:r>
            <a:r>
              <a:rPr lang="en-US" spc="-15" dirty="0">
                <a:latin typeface="Times New Roman"/>
                <a:cs typeface="Times New Roman"/>
              </a:rPr>
              <a:t>c</a:t>
            </a:r>
            <a:r>
              <a:rPr lang="en-US" spc="-5" dirty="0">
                <a:latin typeface="Times New Roman"/>
                <a:cs typeface="Times New Roman"/>
              </a:rPr>
              <a:t>li</a:t>
            </a:r>
            <a:r>
              <a:rPr lang="en-US" spc="-15" dirty="0">
                <a:latin typeface="Times New Roman"/>
                <a:cs typeface="Times New Roman"/>
              </a:rPr>
              <a:t>c</a:t>
            </a:r>
            <a:r>
              <a:rPr lang="en-US" dirty="0">
                <a:latin typeface="Times New Roman"/>
                <a:cs typeface="Times New Roman"/>
              </a:rPr>
              <a:t>k</a:t>
            </a:r>
            <a:r>
              <a:rPr lang="en-US" spc="5" dirty="0">
                <a:latin typeface="Times New Roman"/>
                <a:cs typeface="Times New Roman"/>
              </a:rPr>
              <a:t> </a:t>
            </a:r>
            <a:r>
              <a:rPr lang="en-US" b="1" spc="-5" dirty="0">
                <a:latin typeface="Times New Roman"/>
                <a:cs typeface="Times New Roman"/>
              </a:rPr>
              <a:t>I</a:t>
            </a:r>
            <a:r>
              <a:rPr lang="en-US" b="1" dirty="0">
                <a:latin typeface="Times New Roman"/>
                <a:cs typeface="Times New Roman"/>
              </a:rPr>
              <a:t>n</a:t>
            </a:r>
            <a:r>
              <a:rPr lang="en-US" b="1" spc="-5" dirty="0">
                <a:latin typeface="Times New Roman"/>
                <a:cs typeface="Times New Roman"/>
              </a:rPr>
              <a:t>se</a:t>
            </a:r>
            <a:r>
              <a:rPr lang="en-US" b="1" spc="-15" dirty="0">
                <a:latin typeface="Times New Roman"/>
                <a:cs typeface="Times New Roman"/>
              </a:rPr>
              <a:t>r</a:t>
            </a:r>
            <a:r>
              <a:rPr lang="en-US" b="1" dirty="0">
                <a:latin typeface="Times New Roman"/>
                <a:cs typeface="Times New Roman"/>
              </a:rPr>
              <a:t>t</a:t>
            </a:r>
            <a:r>
              <a:rPr lang="en-US" spc="5" dirty="0">
                <a:latin typeface="Times New Roman"/>
                <a:cs typeface="Times New Roman"/>
              </a:rPr>
              <a:t>’</a:t>
            </a:r>
            <a:r>
              <a:rPr lang="en-US" dirty="0">
                <a:latin typeface="Segoe UI"/>
                <a:cs typeface="Segoe UI"/>
              </a:rPr>
              <a:t>s</a:t>
            </a:r>
            <a:endParaRPr lang="en-US" dirty="0"/>
          </a:p>
        </p:txBody>
      </p:sp>
      <p:sp>
        <p:nvSpPr>
          <p:cNvPr id="7" name="object 20">
            <a:extLst>
              <a:ext uri="{FF2B5EF4-FFF2-40B4-BE49-F238E27FC236}">
                <a16:creationId xmlns:a16="http://schemas.microsoft.com/office/drawing/2014/main" id="{E51A0595-17FA-43BA-A8BA-167E020F9019}"/>
              </a:ext>
            </a:extLst>
          </p:cNvPr>
          <p:cNvSpPr>
            <a:spLocks noChangeArrowheads="1"/>
          </p:cNvSpPr>
          <p:nvPr/>
        </p:nvSpPr>
        <p:spPr bwMode="auto">
          <a:xfrm>
            <a:off x="2673845" y="1765299"/>
            <a:ext cx="2701925" cy="1663700"/>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p>
        </p:txBody>
      </p:sp>
      <p:sp>
        <p:nvSpPr>
          <p:cNvPr id="8" name="object 4">
            <a:extLst>
              <a:ext uri="{FF2B5EF4-FFF2-40B4-BE49-F238E27FC236}">
                <a16:creationId xmlns:a16="http://schemas.microsoft.com/office/drawing/2014/main" id="{9316D190-C4A2-407D-9B70-F52A5C87D06A}"/>
              </a:ext>
            </a:extLst>
          </p:cNvPr>
          <p:cNvSpPr>
            <a:spLocks noChangeArrowheads="1"/>
          </p:cNvSpPr>
          <p:nvPr/>
        </p:nvSpPr>
        <p:spPr bwMode="auto">
          <a:xfrm>
            <a:off x="2378569" y="4591469"/>
            <a:ext cx="3292475" cy="1790700"/>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p>
        </p:txBody>
      </p:sp>
    </p:spTree>
    <p:extLst>
      <p:ext uri="{BB962C8B-B14F-4D97-AF65-F5344CB8AC3E}">
        <p14:creationId xmlns:p14="http://schemas.microsoft.com/office/powerpoint/2010/main" val="2519090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174EF6-C5F6-43BF-9E46-60824B965D07}"/>
              </a:ext>
            </a:extLst>
          </p:cNvPr>
          <p:cNvSpPr>
            <a:spLocks noGrp="1"/>
          </p:cNvSpPr>
          <p:nvPr>
            <p:ph idx="1"/>
          </p:nvPr>
        </p:nvSpPr>
        <p:spPr>
          <a:xfrm>
            <a:off x="516913" y="187410"/>
            <a:ext cx="8596668" cy="6437979"/>
          </a:xfrm>
        </p:spPr>
        <p:txBody>
          <a:bodyPr/>
          <a:lstStyle/>
          <a:p>
            <a:pPr marL="0" indent="0">
              <a:buNone/>
            </a:pPr>
            <a:r>
              <a:rPr lang="en-US" altLang="en-US" sz="2000" b="1" u="sng" dirty="0">
                <a:latin typeface="Times New Roman" panose="02020603050405020304" pitchFamily="18" charset="0"/>
                <a:cs typeface="Times New Roman" panose="02020603050405020304" pitchFamily="18" charset="0"/>
              </a:rPr>
              <a:t>Table add:</a:t>
            </a:r>
          </a:p>
          <a:p>
            <a:pPr>
              <a:spcBef>
                <a:spcPts val="150"/>
              </a:spcBef>
              <a:buFont typeface="Wingdings" panose="05000000000000000000" pitchFamily="2" charset="2"/>
              <a:buChar char="§"/>
            </a:pPr>
            <a:r>
              <a:rPr lang="en-US" altLang="en-US" sz="2000" dirty="0">
                <a:latin typeface="Times New Roman" panose="02020603050405020304" pitchFamily="18" charset="0"/>
                <a:cs typeface="Times New Roman" panose="02020603050405020304" pitchFamily="18" charset="0"/>
              </a:rPr>
              <a:t>Click where you want to add the table in your document.</a:t>
            </a:r>
          </a:p>
          <a:p>
            <a:pPr>
              <a:lnSpc>
                <a:spcPts val="1413"/>
              </a:lnSpc>
              <a:spcBef>
                <a:spcPts val="38"/>
              </a:spcBef>
              <a:buFont typeface="Wingdings" panose="05000000000000000000" pitchFamily="2" charset="2"/>
              <a:buChar char="§"/>
            </a:pPr>
            <a:r>
              <a:rPr lang="en-US" altLang="en-US" sz="2000" dirty="0">
                <a:latin typeface="Times New Roman" panose="02020603050405020304" pitchFamily="18" charset="0"/>
                <a:cs typeface="Times New Roman" panose="02020603050405020304" pitchFamily="18" charset="0"/>
              </a:rPr>
              <a:t>Go to the </a:t>
            </a:r>
            <a:r>
              <a:rPr lang="en-US" altLang="en-US" sz="2000" b="1" dirty="0">
                <a:latin typeface="Times New Roman" panose="02020603050405020304" pitchFamily="18" charset="0"/>
                <a:cs typeface="Times New Roman" panose="02020603050405020304" pitchFamily="18" charset="0"/>
              </a:rPr>
              <a:t>Insert </a:t>
            </a:r>
            <a:r>
              <a:rPr lang="en-US" altLang="en-US" sz="2000" dirty="0">
                <a:latin typeface="Times New Roman" panose="02020603050405020304" pitchFamily="18" charset="0"/>
                <a:cs typeface="Times New Roman" panose="02020603050405020304" pitchFamily="18" charset="0"/>
              </a:rPr>
              <a:t>tab and click </a:t>
            </a:r>
            <a:r>
              <a:rPr lang="en-US" altLang="en-US" sz="2000" b="1" dirty="0">
                <a:latin typeface="Times New Roman" panose="02020603050405020304" pitchFamily="18" charset="0"/>
                <a:cs typeface="Times New Roman" panose="02020603050405020304" pitchFamily="18" charset="0"/>
              </a:rPr>
              <a:t>Table</a:t>
            </a:r>
            <a:r>
              <a:rPr lang="en-US" altLang="en-US" sz="2000" dirty="0">
                <a:latin typeface="Times New Roman" panose="02020603050405020304" pitchFamily="18" charset="0"/>
                <a:cs typeface="Times New Roman" panose="02020603050405020304" pitchFamily="18" charset="0"/>
              </a:rPr>
              <a:t>.</a:t>
            </a:r>
          </a:p>
          <a:p>
            <a:pPr>
              <a:lnSpc>
                <a:spcPts val="1413"/>
              </a:lnSpc>
              <a:buFont typeface="Wingdings" panose="05000000000000000000" pitchFamily="2" charset="2"/>
              <a:buChar char="§"/>
            </a:pPr>
            <a:r>
              <a:rPr lang="en-US" altLang="en-US" sz="2000" dirty="0">
                <a:latin typeface="Times New Roman" panose="02020603050405020304" pitchFamily="18" charset="0"/>
                <a:cs typeface="Times New Roman" panose="02020603050405020304" pitchFamily="18" charset="0"/>
              </a:rPr>
              <a:t>Select the number of rows and columns, and the table will be added.</a:t>
            </a:r>
          </a:p>
          <a:p>
            <a:pPr marL="0" indent="0">
              <a:buNone/>
            </a:pPr>
            <a:endParaRPr lang="en-US" altLang="en-US" sz="2000" b="1" u="sng"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endParaRPr lang="en-US" dirty="0"/>
          </a:p>
        </p:txBody>
      </p:sp>
      <p:sp>
        <p:nvSpPr>
          <p:cNvPr id="11" name="object 5">
            <a:extLst>
              <a:ext uri="{FF2B5EF4-FFF2-40B4-BE49-F238E27FC236}">
                <a16:creationId xmlns:a16="http://schemas.microsoft.com/office/drawing/2014/main" id="{A780C1AB-C8F0-4FA8-9AF3-E7C5902BCECB}"/>
              </a:ext>
            </a:extLst>
          </p:cNvPr>
          <p:cNvSpPr>
            <a:spLocks noChangeArrowheads="1"/>
          </p:cNvSpPr>
          <p:nvPr/>
        </p:nvSpPr>
        <p:spPr bwMode="auto">
          <a:xfrm>
            <a:off x="978259" y="1856999"/>
            <a:ext cx="3836988" cy="1549400"/>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p>
        </p:txBody>
      </p:sp>
      <p:sp>
        <p:nvSpPr>
          <p:cNvPr id="12" name="object 6">
            <a:extLst>
              <a:ext uri="{FF2B5EF4-FFF2-40B4-BE49-F238E27FC236}">
                <a16:creationId xmlns:a16="http://schemas.microsoft.com/office/drawing/2014/main" id="{A5874AFE-CAF5-4A7B-98C8-554612540707}"/>
              </a:ext>
            </a:extLst>
          </p:cNvPr>
          <p:cNvSpPr>
            <a:spLocks noChangeArrowheads="1"/>
          </p:cNvSpPr>
          <p:nvPr/>
        </p:nvSpPr>
        <p:spPr bwMode="auto">
          <a:xfrm>
            <a:off x="941747" y="3900781"/>
            <a:ext cx="3873500" cy="1827213"/>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p>
        </p:txBody>
      </p:sp>
      <p:sp>
        <p:nvSpPr>
          <p:cNvPr id="13" name="object 7">
            <a:extLst>
              <a:ext uri="{FF2B5EF4-FFF2-40B4-BE49-F238E27FC236}">
                <a16:creationId xmlns:a16="http://schemas.microsoft.com/office/drawing/2014/main" id="{187A1CA5-D437-4AA0-BDB7-237BF2C19D3E}"/>
              </a:ext>
            </a:extLst>
          </p:cNvPr>
          <p:cNvSpPr>
            <a:spLocks noChangeArrowheads="1"/>
          </p:cNvSpPr>
          <p:nvPr/>
        </p:nvSpPr>
        <p:spPr bwMode="auto">
          <a:xfrm>
            <a:off x="5440005" y="1591887"/>
            <a:ext cx="3873500" cy="1814512"/>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p>
        </p:txBody>
      </p:sp>
    </p:spTree>
    <p:extLst>
      <p:ext uri="{BB962C8B-B14F-4D97-AF65-F5344CB8AC3E}">
        <p14:creationId xmlns:p14="http://schemas.microsoft.com/office/powerpoint/2010/main" val="16576698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234A6E-CBAE-4521-A6A3-0535FB1CC22F}"/>
              </a:ext>
            </a:extLst>
          </p:cNvPr>
          <p:cNvSpPr>
            <a:spLocks noGrp="1"/>
          </p:cNvSpPr>
          <p:nvPr>
            <p:ph idx="1"/>
          </p:nvPr>
        </p:nvSpPr>
        <p:spPr>
          <a:xfrm>
            <a:off x="645250" y="160421"/>
            <a:ext cx="8596668" cy="6320590"/>
          </a:xfrm>
        </p:spPr>
        <p:txBody>
          <a:bodyPr/>
          <a:lstStyle/>
          <a:p>
            <a:pPr>
              <a:buFont typeface="Wingdings" panose="05000000000000000000" pitchFamily="2" charset="2"/>
              <a:buChar char="q"/>
            </a:pPr>
            <a:r>
              <a:rPr lang="en-US" altLang="en-US" sz="2000" b="1" dirty="0">
                <a:latin typeface="Times New Roman" panose="02020603050405020304" pitchFamily="18" charset="0"/>
                <a:cs typeface="Times New Roman" panose="02020603050405020304" pitchFamily="18" charset="0"/>
              </a:rPr>
              <a:t>Bookmark:</a:t>
            </a:r>
            <a:endParaRPr lang="en-US" alt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First, we click on the </a:t>
            </a:r>
            <a:r>
              <a:rPr lang="en-US" altLang="en-US" b="1" dirty="0">
                <a:latin typeface="Times New Roman" panose="02020603050405020304" pitchFamily="18" charset="0"/>
                <a:cs typeface="Times New Roman" panose="02020603050405020304" pitchFamily="18" charset="0"/>
              </a:rPr>
              <a:t>Insert </a:t>
            </a:r>
            <a:r>
              <a:rPr lang="en-US" altLang="en-US" dirty="0">
                <a:latin typeface="Times New Roman" panose="02020603050405020304" pitchFamily="18" charset="0"/>
                <a:cs typeface="Times New Roman" panose="02020603050405020304" pitchFamily="18" charset="0"/>
              </a:rPr>
              <a:t>tab. Then, we see the </a:t>
            </a:r>
            <a:r>
              <a:rPr lang="en-US" altLang="en-US" b="1" dirty="0">
                <a:latin typeface="Times New Roman" panose="02020603050405020304" pitchFamily="18" charset="0"/>
                <a:cs typeface="Times New Roman" panose="02020603050405020304" pitchFamily="18" charset="0"/>
              </a:rPr>
              <a:t>Bookmark </a:t>
            </a:r>
            <a:r>
              <a:rPr lang="en-US" altLang="en-US" dirty="0">
                <a:latin typeface="Times New Roman" panose="02020603050405020304" pitchFamily="18" charset="0"/>
                <a:cs typeface="Times New Roman" panose="02020603050405020304" pitchFamily="18" charset="0"/>
              </a:rPr>
              <a:t>icon. We select the text where we want to add the bookmark, write the name of the bookmark, and click </a:t>
            </a:r>
            <a:r>
              <a:rPr lang="en-US" altLang="en-US" b="1" dirty="0">
                <a:latin typeface="Times New Roman" panose="02020603050405020304" pitchFamily="18" charset="0"/>
                <a:cs typeface="Times New Roman" panose="02020603050405020304" pitchFamily="18" charset="0"/>
              </a:rPr>
              <a:t>Add</a:t>
            </a:r>
            <a:r>
              <a:rPr lang="en-US" altLang="en-US" dirty="0">
                <a:latin typeface="Times New Roman" panose="02020603050405020304" pitchFamily="18" charset="0"/>
                <a:cs typeface="Times New Roman" panose="02020603050405020304" pitchFamily="18" charset="0"/>
              </a:rPr>
              <a:t>. After that, we select the text we want to click, go to </a:t>
            </a:r>
            <a:r>
              <a:rPr lang="en-US" altLang="en-US" b="1" dirty="0">
                <a:latin typeface="Times New Roman" panose="02020603050405020304" pitchFamily="18" charset="0"/>
                <a:cs typeface="Times New Roman" panose="02020603050405020304" pitchFamily="18" charset="0"/>
              </a:rPr>
              <a:t>Bookmark</a:t>
            </a:r>
            <a:r>
              <a:rPr lang="en-US" altLang="en-US" dirty="0">
                <a:latin typeface="Times New Roman" panose="02020603050405020304" pitchFamily="18" charset="0"/>
                <a:cs typeface="Times New Roman" panose="02020603050405020304" pitchFamily="18" charset="0"/>
              </a:rPr>
              <a:t>, and we move the desired location.</a:t>
            </a:r>
          </a:p>
          <a:p>
            <a:endParaRPr lang="en-US" dirty="0"/>
          </a:p>
        </p:txBody>
      </p:sp>
      <p:sp>
        <p:nvSpPr>
          <p:cNvPr id="4" name="object 4">
            <a:extLst>
              <a:ext uri="{FF2B5EF4-FFF2-40B4-BE49-F238E27FC236}">
                <a16:creationId xmlns:a16="http://schemas.microsoft.com/office/drawing/2014/main" id="{F3DD4251-715E-43D8-A230-15CB177F5714}"/>
              </a:ext>
            </a:extLst>
          </p:cNvPr>
          <p:cNvSpPr>
            <a:spLocks noChangeArrowheads="1"/>
          </p:cNvSpPr>
          <p:nvPr/>
        </p:nvSpPr>
        <p:spPr bwMode="auto">
          <a:xfrm>
            <a:off x="2108142" y="2263773"/>
            <a:ext cx="5670884" cy="3719931"/>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dirty="0"/>
          </a:p>
        </p:txBody>
      </p:sp>
    </p:spTree>
    <p:extLst>
      <p:ext uri="{BB962C8B-B14F-4D97-AF65-F5344CB8AC3E}">
        <p14:creationId xmlns:p14="http://schemas.microsoft.com/office/powerpoint/2010/main" val="2834804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634E0-BF92-8043-F36A-9B15D8A48F30}"/>
              </a:ext>
            </a:extLst>
          </p:cNvPr>
          <p:cNvSpPr>
            <a:spLocks noGrp="1"/>
          </p:cNvSpPr>
          <p:nvPr>
            <p:ph type="title"/>
          </p:nvPr>
        </p:nvSpPr>
        <p:spPr/>
        <p:txBody>
          <a:bodyPr/>
          <a:lstStyle/>
          <a:p>
            <a:r>
              <a:rPr lang="en-GB" u="sng" dirty="0">
                <a:effectLst>
                  <a:outerShdw blurRad="38100" dist="38100" dir="2700000" algn="tl">
                    <a:srgbClr val="000000">
                      <a:alpha val="43137"/>
                    </a:srgbClr>
                  </a:outerShdw>
                </a:effectLst>
              </a:rPr>
              <a:t>MS Excel</a:t>
            </a:r>
            <a:endParaRPr lang="en-PK" u="sng"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62485F2C-1987-C8E1-F966-907453A44563}"/>
              </a:ext>
            </a:extLst>
          </p:cNvPr>
          <p:cNvSpPr>
            <a:spLocks noGrp="1"/>
          </p:cNvSpPr>
          <p:nvPr>
            <p:ph idx="1"/>
          </p:nvPr>
        </p:nvSpPr>
        <p:spPr/>
        <p:txBody>
          <a:bodyPr>
            <a:normAutofit/>
          </a:bodyPr>
          <a:lstStyle/>
          <a:p>
            <a:pPr marL="0" indent="0">
              <a:buNone/>
            </a:pPr>
            <a:r>
              <a:rPr lang="en-GB" sz="2400" dirty="0">
                <a:latin typeface="Times New Roman" panose="02020603050405020304" pitchFamily="18" charset="0"/>
                <a:cs typeface="Times New Roman" panose="02020603050405020304" pitchFamily="18" charset="0"/>
              </a:rPr>
              <a:t>We created an Inventory Management System of Computer Shop using the following data:</a:t>
            </a:r>
          </a:p>
          <a:p>
            <a:pPr>
              <a:buFont typeface="Courier New" panose="02070309020205020404" pitchFamily="49" charset="0"/>
              <a:buChar char="o"/>
            </a:pPr>
            <a:r>
              <a:rPr lang="en-GB" sz="2400" dirty="0">
                <a:latin typeface="Times New Roman" panose="02020603050405020304" pitchFamily="18" charset="0"/>
                <a:cs typeface="Times New Roman" panose="02020603050405020304" pitchFamily="18" charset="0"/>
              </a:rPr>
              <a:t>Used </a:t>
            </a:r>
            <a:r>
              <a:rPr lang="en-GB" sz="2400" b="1" dirty="0">
                <a:latin typeface="Times New Roman" panose="02020603050405020304" pitchFamily="18" charset="0"/>
                <a:cs typeface="Times New Roman" panose="02020603050405020304" pitchFamily="18" charset="0"/>
              </a:rPr>
              <a:t>MACROS</a:t>
            </a:r>
            <a:r>
              <a:rPr lang="en-GB" sz="2400" dirty="0">
                <a:latin typeface="Times New Roman" panose="02020603050405020304" pitchFamily="18" charset="0"/>
                <a:cs typeface="Times New Roman" panose="02020603050405020304" pitchFamily="18" charset="0"/>
              </a:rPr>
              <a:t> and </a:t>
            </a:r>
            <a:r>
              <a:rPr lang="en-GB" sz="2400" b="1" dirty="0">
                <a:latin typeface="Times New Roman" panose="02020603050405020304" pitchFamily="18" charset="0"/>
                <a:cs typeface="Times New Roman" panose="02020603050405020304" pitchFamily="18" charset="0"/>
              </a:rPr>
              <a:t>Other formulas.</a:t>
            </a:r>
          </a:p>
          <a:p>
            <a:pPr>
              <a:buFont typeface="Courier New" panose="02070309020205020404" pitchFamily="49" charset="0"/>
              <a:buChar char="o"/>
            </a:pPr>
            <a:r>
              <a:rPr lang="en-GB" sz="2400" dirty="0">
                <a:latin typeface="Times New Roman" panose="02020603050405020304" pitchFamily="18" charset="0"/>
                <a:cs typeface="Times New Roman" panose="02020603050405020304" pitchFamily="18" charset="0"/>
              </a:rPr>
              <a:t>Created </a:t>
            </a:r>
            <a:r>
              <a:rPr lang="en-GB" sz="2400" b="1" dirty="0">
                <a:latin typeface="Times New Roman" panose="02020603050405020304" pitchFamily="18" charset="0"/>
                <a:cs typeface="Times New Roman" panose="02020603050405020304" pitchFamily="18" charset="0"/>
              </a:rPr>
              <a:t>Pivot Tables </a:t>
            </a:r>
            <a:r>
              <a:rPr lang="en-GB" sz="2400" dirty="0">
                <a:latin typeface="Times New Roman" panose="02020603050405020304" pitchFamily="18" charset="0"/>
                <a:cs typeface="Times New Roman" panose="02020603050405020304" pitchFamily="18" charset="0"/>
              </a:rPr>
              <a:t>for data analysis.</a:t>
            </a:r>
          </a:p>
          <a:p>
            <a:pPr>
              <a:buFont typeface="Courier New" panose="02070309020205020404" pitchFamily="49" charset="0"/>
              <a:buChar char="o"/>
            </a:pPr>
            <a:r>
              <a:rPr lang="en-GB" sz="2400" dirty="0">
                <a:latin typeface="Times New Roman" panose="02020603050405020304" pitchFamily="18" charset="0"/>
                <a:cs typeface="Times New Roman" panose="02020603050405020304" pitchFamily="18" charset="0"/>
              </a:rPr>
              <a:t>Designed </a:t>
            </a:r>
            <a:r>
              <a:rPr lang="en-GB" sz="2400" b="1" dirty="0">
                <a:latin typeface="Times New Roman" panose="02020603050405020304" pitchFamily="18" charset="0"/>
                <a:cs typeface="Times New Roman" panose="02020603050405020304" pitchFamily="18" charset="0"/>
              </a:rPr>
              <a:t>Graphs</a:t>
            </a:r>
            <a:r>
              <a:rPr lang="en-GB" sz="2400" dirty="0">
                <a:latin typeface="Times New Roman" panose="02020603050405020304" pitchFamily="18" charset="0"/>
                <a:cs typeface="Times New Roman" panose="02020603050405020304" pitchFamily="18" charset="0"/>
              </a:rPr>
              <a:t> to represent data visually.</a:t>
            </a:r>
          </a:p>
          <a:p>
            <a:pPr>
              <a:buFont typeface="Courier New" panose="02070309020205020404" pitchFamily="49" charset="0"/>
              <a:buChar char="o"/>
            </a:pPr>
            <a:r>
              <a:rPr lang="en-GB" sz="2400" dirty="0">
                <a:latin typeface="Times New Roman" panose="02020603050405020304" pitchFamily="18" charset="0"/>
                <a:cs typeface="Times New Roman" panose="02020603050405020304" pitchFamily="18" charset="0"/>
              </a:rPr>
              <a:t>Ensure </a:t>
            </a:r>
            <a:r>
              <a:rPr lang="en-GB" sz="2400" b="1" dirty="0">
                <a:latin typeface="Times New Roman" panose="02020603050405020304" pitchFamily="18" charset="0"/>
                <a:cs typeface="Times New Roman" panose="02020603050405020304" pitchFamily="18" charset="0"/>
              </a:rPr>
              <a:t>Proper</a:t>
            </a:r>
            <a:r>
              <a:rPr lang="en-GB" sz="2400" dirty="0">
                <a:latin typeface="Times New Roman" panose="02020603050405020304" pitchFamily="18" charset="0"/>
                <a:cs typeface="Times New Roman" panose="02020603050405020304" pitchFamily="18" charset="0"/>
              </a:rPr>
              <a:t> formatting and </a:t>
            </a:r>
            <a:r>
              <a:rPr lang="en-GB" sz="2400" b="1" dirty="0">
                <a:latin typeface="Times New Roman" panose="02020603050405020304" pitchFamily="18" charset="0"/>
                <a:cs typeface="Times New Roman" panose="02020603050405020304" pitchFamily="18" charset="0"/>
              </a:rPr>
              <a:t>Structure.</a:t>
            </a:r>
          </a:p>
          <a:p>
            <a:pPr marL="0" indent="0">
              <a:buNone/>
            </a:pPr>
            <a:endParaRPr lang="en-GB"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46578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A7F4F-173A-48BF-A02D-ED6D55A3A99A}"/>
              </a:ext>
            </a:extLst>
          </p:cNvPr>
          <p:cNvSpPr>
            <a:spLocks noGrp="1"/>
          </p:cNvSpPr>
          <p:nvPr>
            <p:ph type="title"/>
          </p:nvPr>
        </p:nvSpPr>
        <p:spPr>
          <a:xfrm>
            <a:off x="276281" y="275388"/>
            <a:ext cx="8596668" cy="1320800"/>
          </a:xfrm>
        </p:spPr>
        <p:txBody>
          <a:bodyPr/>
          <a:lstStyle/>
          <a:p>
            <a:r>
              <a:rPr lang="en-US"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How to add table:</a:t>
            </a:r>
            <a:endParaRPr lang="en-US" b="1" u="sng"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481DB81B-CE43-4BEA-B746-E8DF015567B8}"/>
              </a:ext>
            </a:extLst>
          </p:cNvPr>
          <p:cNvSpPr>
            <a:spLocks noGrp="1"/>
          </p:cNvSpPr>
          <p:nvPr>
            <p:ph idx="1"/>
          </p:nvPr>
        </p:nvSpPr>
        <p:spPr>
          <a:xfrm>
            <a:off x="276281" y="1297971"/>
            <a:ext cx="8824823" cy="3101222"/>
          </a:xfrm>
        </p:spPr>
        <p:txBody>
          <a:bodyPr/>
          <a:lstStyle/>
          <a:p>
            <a:pPr lvl="0" defTabSz="914400" eaLnBrk="0" fontAlgn="base" hangingPunct="0">
              <a:spcBef>
                <a:spcPct val="0"/>
              </a:spcBef>
              <a:spcAft>
                <a:spcPct val="0"/>
              </a:spcAft>
              <a:buClrTx/>
              <a:buSzTx/>
              <a:buFont typeface="Wingdings" panose="05000000000000000000" pitchFamily="2" charset="2"/>
              <a:buChar char="§"/>
            </a:pPr>
            <a:r>
              <a:rPr lang="en-US" altLang="en-US" dirty="0">
                <a:solidFill>
                  <a:srgbClr val="000000"/>
                </a:solidFill>
                <a:latin typeface="Times New Roman" panose="02020603050405020304" pitchFamily="18" charset="0"/>
                <a:cs typeface="Times New Roman" panose="02020603050405020304" pitchFamily="18" charset="0"/>
              </a:rPr>
              <a:t>Select any cell within your data set.</a:t>
            </a:r>
          </a:p>
          <a:p>
            <a:pPr lvl="0" defTabSz="914400" eaLnBrk="0" fontAlgn="base" hangingPunct="0">
              <a:spcBef>
                <a:spcPct val="0"/>
              </a:spcBef>
              <a:spcAft>
                <a:spcPct val="0"/>
              </a:spcAft>
              <a:buClrTx/>
              <a:buSzTx/>
              <a:buFont typeface="Wingdings" panose="05000000000000000000" pitchFamily="2" charset="2"/>
              <a:buChar char="§"/>
            </a:pPr>
            <a:r>
              <a:rPr lang="en-US" altLang="en-US" dirty="0">
                <a:solidFill>
                  <a:srgbClr val="000000"/>
                </a:solidFill>
                <a:latin typeface="Times New Roman" panose="02020603050405020304" pitchFamily="18" charset="0"/>
                <a:cs typeface="Times New Roman" panose="02020603050405020304" pitchFamily="18" charset="0"/>
              </a:rPr>
              <a:t>On the </a:t>
            </a:r>
            <a:r>
              <a:rPr lang="en-US" altLang="en-US" i="1" dirty="0">
                <a:solidFill>
                  <a:srgbClr val="000000"/>
                </a:solidFill>
                <a:latin typeface="Times New Roman" panose="02020603050405020304" pitchFamily="18" charset="0"/>
                <a:cs typeface="Times New Roman" panose="02020603050405020304" pitchFamily="18" charset="0"/>
              </a:rPr>
              <a:t>Insert</a:t>
            </a:r>
            <a:r>
              <a:rPr lang="en-US" altLang="en-US" dirty="0">
                <a:solidFill>
                  <a:srgbClr val="000000"/>
                </a:solidFill>
                <a:latin typeface="Times New Roman" panose="02020603050405020304" pitchFamily="18" charset="0"/>
                <a:cs typeface="Times New Roman" panose="02020603050405020304" pitchFamily="18" charset="0"/>
              </a:rPr>
              <a:t> tab, in the </a:t>
            </a:r>
            <a:r>
              <a:rPr lang="en-US" altLang="en-US" i="1" dirty="0">
                <a:solidFill>
                  <a:srgbClr val="000000"/>
                </a:solidFill>
                <a:latin typeface="Times New Roman" panose="02020603050405020304" pitchFamily="18" charset="0"/>
                <a:cs typeface="Times New Roman" panose="02020603050405020304" pitchFamily="18" charset="0"/>
              </a:rPr>
              <a:t>Tables</a:t>
            </a:r>
            <a:r>
              <a:rPr lang="en-US" altLang="en-US" dirty="0">
                <a:solidFill>
                  <a:srgbClr val="000000"/>
                </a:solidFill>
                <a:latin typeface="Times New Roman" panose="02020603050405020304" pitchFamily="18" charset="0"/>
                <a:cs typeface="Times New Roman" panose="02020603050405020304" pitchFamily="18" charset="0"/>
              </a:rPr>
              <a:t> group, click the </a:t>
            </a:r>
            <a:r>
              <a:rPr lang="en-US" altLang="en-US" b="1" dirty="0">
                <a:solidFill>
                  <a:srgbClr val="000000"/>
                </a:solidFill>
                <a:latin typeface="Times New Roman" panose="02020603050405020304" pitchFamily="18" charset="0"/>
                <a:cs typeface="Times New Roman" panose="02020603050405020304" pitchFamily="18" charset="0"/>
              </a:rPr>
              <a:t>Table</a:t>
            </a:r>
            <a:r>
              <a:rPr lang="en-US" altLang="en-US" dirty="0">
                <a:solidFill>
                  <a:srgbClr val="000000"/>
                </a:solidFill>
                <a:latin typeface="Times New Roman" panose="02020603050405020304" pitchFamily="18" charset="0"/>
                <a:cs typeface="Times New Roman" panose="02020603050405020304" pitchFamily="18" charset="0"/>
              </a:rPr>
              <a:t> button or press the Ctrl + T shortcut.</a:t>
            </a:r>
          </a:p>
          <a:p>
            <a:pPr lvl="0" defTabSz="914400" eaLnBrk="0" fontAlgn="base" hangingPunct="0">
              <a:spcBef>
                <a:spcPct val="0"/>
              </a:spcBef>
              <a:spcAft>
                <a:spcPct val="0"/>
              </a:spcAft>
              <a:buClrTx/>
              <a:buSzTx/>
              <a:buFont typeface="Wingdings" panose="05000000000000000000" pitchFamily="2" charset="2"/>
              <a:buChar char="§"/>
            </a:pPr>
            <a:r>
              <a:rPr lang="en-US" altLang="en-US" dirty="0">
                <a:solidFill>
                  <a:srgbClr val="000000"/>
                </a:solidFill>
                <a:latin typeface="Times New Roman" panose="02020603050405020304" pitchFamily="18" charset="0"/>
                <a:cs typeface="Times New Roman" panose="02020603050405020304" pitchFamily="18" charset="0"/>
              </a:rPr>
              <a:t>The </a:t>
            </a:r>
            <a:r>
              <a:rPr lang="en-US" altLang="en-US" i="1" dirty="0">
                <a:solidFill>
                  <a:srgbClr val="000000"/>
                </a:solidFill>
                <a:latin typeface="Times New Roman" panose="02020603050405020304" pitchFamily="18" charset="0"/>
                <a:cs typeface="Times New Roman" panose="02020603050405020304" pitchFamily="18" charset="0"/>
              </a:rPr>
              <a:t>Create Table</a:t>
            </a:r>
            <a:r>
              <a:rPr lang="en-US" altLang="en-US" dirty="0">
                <a:solidFill>
                  <a:srgbClr val="000000"/>
                </a:solidFill>
                <a:latin typeface="Times New Roman" panose="02020603050405020304" pitchFamily="18" charset="0"/>
                <a:cs typeface="Times New Roman" panose="02020603050405020304" pitchFamily="18" charset="0"/>
              </a:rPr>
              <a:t> dialog box appears with all the data selected for you automatically; you can adjust the range if needed. If you want the first row of data to become the table headers, make sure the </a:t>
            </a:r>
            <a:r>
              <a:rPr lang="en-US" altLang="en-US" b="1" dirty="0">
                <a:solidFill>
                  <a:srgbClr val="000000"/>
                </a:solidFill>
                <a:latin typeface="Times New Roman" panose="02020603050405020304" pitchFamily="18" charset="0"/>
                <a:cs typeface="Times New Roman" panose="02020603050405020304" pitchFamily="18" charset="0"/>
              </a:rPr>
              <a:t>My table has headers</a:t>
            </a:r>
            <a:r>
              <a:rPr lang="en-US" altLang="en-US" dirty="0">
                <a:solidFill>
                  <a:srgbClr val="000000"/>
                </a:solidFill>
                <a:latin typeface="Times New Roman" panose="02020603050405020304" pitchFamily="18" charset="0"/>
                <a:cs typeface="Times New Roman" panose="02020603050405020304" pitchFamily="18" charset="0"/>
              </a:rPr>
              <a:t> box is selected.</a:t>
            </a:r>
          </a:p>
          <a:p>
            <a:pPr lvl="0" defTabSz="914400" eaLnBrk="0" fontAlgn="base" hangingPunct="0">
              <a:spcBef>
                <a:spcPct val="0"/>
              </a:spcBef>
              <a:spcAft>
                <a:spcPct val="0"/>
              </a:spcAft>
              <a:buClrTx/>
              <a:buSzTx/>
              <a:buFont typeface="Wingdings" panose="05000000000000000000" pitchFamily="2" charset="2"/>
              <a:buChar char="§"/>
            </a:pPr>
            <a:r>
              <a:rPr lang="en-US" altLang="en-US" dirty="0">
                <a:solidFill>
                  <a:srgbClr val="000000"/>
                </a:solidFill>
                <a:latin typeface="Times New Roman" panose="02020603050405020304" pitchFamily="18" charset="0"/>
                <a:cs typeface="Times New Roman" panose="02020603050405020304" pitchFamily="18" charset="0"/>
              </a:rPr>
              <a:t>Click </a:t>
            </a:r>
            <a:r>
              <a:rPr lang="en-US" altLang="en-US" i="1" dirty="0">
                <a:solidFill>
                  <a:srgbClr val="000000"/>
                </a:solidFill>
                <a:latin typeface="Times New Roman" panose="02020603050405020304" pitchFamily="18" charset="0"/>
                <a:cs typeface="Times New Roman" panose="02020603050405020304" pitchFamily="18" charset="0"/>
              </a:rPr>
              <a:t>OK</a:t>
            </a:r>
            <a:r>
              <a:rPr lang="en-US" altLang="en-US" dirty="0">
                <a:solidFill>
                  <a:srgbClr val="000000"/>
                </a:solidFill>
                <a:latin typeface="Times New Roman" panose="02020603050405020304" pitchFamily="18" charset="0"/>
                <a:cs typeface="Times New Roman" panose="02020603050405020304" pitchFamily="18" charset="0"/>
              </a:rPr>
              <a:t>.</a:t>
            </a:r>
          </a:p>
          <a:p>
            <a:endParaRPr lang="en-US" dirty="0"/>
          </a:p>
        </p:txBody>
      </p:sp>
      <p:pic>
        <p:nvPicPr>
          <p:cNvPr id="6" name="Picture 2" descr="Creating a table in Excel">
            <a:extLst>
              <a:ext uri="{FF2B5EF4-FFF2-40B4-BE49-F238E27FC236}">
                <a16:creationId xmlns:a16="http://schemas.microsoft.com/office/drawing/2014/main" id="{3B41A995-7FF3-4C7D-A475-51AEE6D911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6125" y="3135163"/>
            <a:ext cx="5645133" cy="25280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9207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6CDC3-3C8C-443D-8A5E-0E21DEBDA184}"/>
              </a:ext>
            </a:extLst>
          </p:cNvPr>
          <p:cNvSpPr>
            <a:spLocks noGrp="1"/>
          </p:cNvSpPr>
          <p:nvPr>
            <p:ph type="title"/>
          </p:nvPr>
        </p:nvSpPr>
        <p:spPr>
          <a:xfrm>
            <a:off x="420661" y="156238"/>
            <a:ext cx="8596668" cy="1320800"/>
          </a:xfrm>
        </p:spPr>
        <p:txBody>
          <a:bodyPr/>
          <a:lstStyle/>
          <a:p>
            <a:r>
              <a:rPr lang="en-US"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How to add macros in excel:</a:t>
            </a:r>
            <a:endParaRPr lang="en-US" b="1" u="sng"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FAF4BB0F-4F59-424F-9C26-71B979378206}"/>
              </a:ext>
            </a:extLst>
          </p:cNvPr>
          <p:cNvSpPr>
            <a:spLocks noGrp="1"/>
          </p:cNvSpPr>
          <p:nvPr>
            <p:ph idx="1"/>
          </p:nvPr>
        </p:nvSpPr>
        <p:spPr>
          <a:xfrm>
            <a:off x="420661" y="1021600"/>
            <a:ext cx="8596668" cy="5487657"/>
          </a:xfrm>
        </p:spPr>
        <p:txBody>
          <a:bodyPr>
            <a:normAutofit/>
          </a:bodyPr>
          <a:lstStyle/>
          <a:p>
            <a:pPr>
              <a:buNone/>
            </a:pPr>
            <a:r>
              <a:rPr lang="en-US" dirty="0">
                <a:solidFill>
                  <a:srgbClr val="000000"/>
                </a:solidFill>
                <a:latin typeface="Times New Roman" panose="02020603050405020304" pitchFamily="18" charset="0"/>
                <a:cs typeface="Times New Roman" panose="02020603050405020304" pitchFamily="18" charset="0"/>
              </a:rPr>
              <a:t>To record a macro in Excel, carry out these steps:</a:t>
            </a:r>
          </a:p>
          <a:p>
            <a:pPr>
              <a:spcAft>
                <a:spcPts val="750"/>
              </a:spcAft>
              <a:buFont typeface="Wingdings" panose="05000000000000000000" pitchFamily="2" charset="2"/>
              <a:buChar char="§"/>
            </a:pPr>
            <a:r>
              <a:rPr lang="en-US" dirty="0">
                <a:solidFill>
                  <a:srgbClr val="000000"/>
                </a:solidFill>
                <a:latin typeface="Times New Roman" panose="02020603050405020304" pitchFamily="18" charset="0"/>
                <a:cs typeface="Times New Roman" panose="02020603050405020304" pitchFamily="18" charset="0"/>
              </a:rPr>
              <a:t>On the Developer tab, in the Code group, click the </a:t>
            </a:r>
            <a:r>
              <a:rPr lang="en-US" b="1" dirty="0">
                <a:solidFill>
                  <a:srgbClr val="000000"/>
                </a:solidFill>
                <a:latin typeface="Times New Roman" panose="02020603050405020304" pitchFamily="18" charset="0"/>
                <a:cs typeface="Times New Roman" panose="02020603050405020304" pitchFamily="18" charset="0"/>
              </a:rPr>
              <a:t>Record Macro</a:t>
            </a:r>
            <a:r>
              <a:rPr lang="en-US" dirty="0">
                <a:solidFill>
                  <a:srgbClr val="000000"/>
                </a:solidFill>
                <a:latin typeface="Times New Roman" panose="02020603050405020304" pitchFamily="18" charset="0"/>
                <a:cs typeface="Times New Roman" panose="02020603050405020304" pitchFamily="18" charset="0"/>
              </a:rPr>
              <a:t> button</a:t>
            </a:r>
          </a:p>
          <a:p>
            <a:pPr>
              <a:spcAft>
                <a:spcPts val="750"/>
              </a:spcAft>
              <a:buFont typeface="Wingdings" panose="05000000000000000000" pitchFamily="2" charset="2"/>
              <a:buChar char="§"/>
            </a:pPr>
            <a:endParaRPr lang="en-US" dirty="0"/>
          </a:p>
          <a:p>
            <a:pPr>
              <a:spcAft>
                <a:spcPts val="750"/>
              </a:spcAft>
              <a:buFont typeface="Wingdings" panose="05000000000000000000" pitchFamily="2" charset="2"/>
              <a:buChar char="§"/>
            </a:pPr>
            <a:endParaRPr lang="en-US" dirty="0"/>
          </a:p>
          <a:p>
            <a:pPr>
              <a:spcAft>
                <a:spcPts val="750"/>
              </a:spcAft>
              <a:buFont typeface="Wingdings" panose="05000000000000000000" pitchFamily="2" charset="2"/>
              <a:buChar char="§"/>
            </a:pPr>
            <a:endParaRPr lang="en-US" dirty="0"/>
          </a:p>
          <a:p>
            <a:pPr>
              <a:spcAft>
                <a:spcPts val="750"/>
              </a:spcAft>
              <a:buFont typeface="Wingdings" panose="05000000000000000000" pitchFamily="2" charset="2"/>
              <a:buChar char="§"/>
            </a:pPr>
            <a:endParaRPr lang="en-US" dirty="0"/>
          </a:p>
          <a:p>
            <a:pPr>
              <a:spcAft>
                <a:spcPts val="750"/>
              </a:spcAft>
              <a:buFont typeface="Wingdings" panose="05000000000000000000" pitchFamily="2" charset="2"/>
              <a:buChar char="§"/>
            </a:pPr>
            <a:endParaRPr lang="en-US" dirty="0"/>
          </a:p>
          <a:p>
            <a:pPr>
              <a:spcAft>
                <a:spcPts val="750"/>
              </a:spcAft>
              <a:buFont typeface="Wingdings" panose="05000000000000000000" pitchFamily="2" charset="2"/>
              <a:buChar char="§"/>
            </a:pPr>
            <a:r>
              <a:rPr lang="en-US" dirty="0">
                <a:solidFill>
                  <a:srgbClr val="000000"/>
                </a:solidFill>
                <a:latin typeface="Times New Roman" panose="02020603050405020304" pitchFamily="18" charset="0"/>
                <a:cs typeface="Times New Roman" panose="02020603050405020304" pitchFamily="18" charset="0"/>
              </a:rPr>
              <a:t>Alternatively, click the Record Macro button on the left side of the Status bar:</a:t>
            </a:r>
            <a:endParaRPr lang="en-US" dirty="0">
              <a:latin typeface="Times New Roman" panose="02020603050405020304" pitchFamily="18" charset="0"/>
              <a:cs typeface="Times New Roman" panose="02020603050405020304" pitchFamily="18" charset="0"/>
            </a:endParaRPr>
          </a:p>
          <a:p>
            <a:pPr>
              <a:spcAft>
                <a:spcPts val="750"/>
              </a:spcAft>
              <a:buFont typeface="Wingdings" panose="05000000000000000000" pitchFamily="2" charset="2"/>
              <a:buChar char="§"/>
            </a:pPr>
            <a:endParaRPr lang="en-US" dirty="0"/>
          </a:p>
        </p:txBody>
      </p:sp>
      <p:pic>
        <p:nvPicPr>
          <p:cNvPr id="4" name="Picture 4" descr="Recording a macro in Excel">
            <a:extLst>
              <a:ext uri="{FF2B5EF4-FFF2-40B4-BE49-F238E27FC236}">
                <a16:creationId xmlns:a16="http://schemas.microsoft.com/office/drawing/2014/main" id="{D1AA20F7-1626-4755-87F5-F5FCF5A2E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1348" y="2158975"/>
            <a:ext cx="6315294" cy="199103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8" descr="Click the Record Macro button to start recording.">
            <a:extLst>
              <a:ext uri="{FF2B5EF4-FFF2-40B4-BE49-F238E27FC236}">
                <a16:creationId xmlns:a16="http://schemas.microsoft.com/office/drawing/2014/main" id="{8DEB89DC-4D4A-459D-92A9-3F6182B5EC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4754" y="5008324"/>
            <a:ext cx="7988482" cy="8280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457720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2036F7-09C9-4B62-953C-6CECAB748476}"/>
              </a:ext>
            </a:extLst>
          </p:cNvPr>
          <p:cNvSpPr>
            <a:spLocks noGrp="1"/>
          </p:cNvSpPr>
          <p:nvPr>
            <p:ph idx="1"/>
          </p:nvPr>
        </p:nvSpPr>
        <p:spPr>
          <a:xfrm>
            <a:off x="500871" y="298242"/>
            <a:ext cx="8596668" cy="6261516"/>
          </a:xfrm>
        </p:spPr>
        <p:txBody>
          <a:bodyPr>
            <a:normAutofit fontScale="92500" lnSpcReduction="20000"/>
          </a:bodyPr>
          <a:lstStyle/>
          <a:p>
            <a:pPr>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In the Record Macro dialog box that appears, configure the main parameters of your macro: In the Macro name box, enter the name for your macro. Try to make it meaningful and descriptive, so later on you will be able to quickly find the macro in the list.</a:t>
            </a:r>
          </a:p>
          <a:p>
            <a:pPr>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In macro names, you can use letters, numbers, and underscores; the first character must be a letter. Spaces are not allowed, so you should either keep a name single-worded starting each part with a capital letter (e.g. </a:t>
            </a:r>
            <a:r>
              <a:rPr lang="en-US" dirty="0" err="1">
                <a:solidFill>
                  <a:srgbClr val="000000"/>
                </a:solidFill>
                <a:latin typeface="Times New Roman" panose="02020603050405020304" pitchFamily="18" charset="0"/>
                <a:cs typeface="Times New Roman" panose="02020603050405020304" pitchFamily="18" charset="0"/>
              </a:rPr>
              <a:t>MyFirstMacro</a:t>
            </a:r>
            <a:r>
              <a:rPr lang="en-US" dirty="0">
                <a:solidFill>
                  <a:srgbClr val="000000"/>
                </a:solidFill>
                <a:latin typeface="Times New Roman" panose="02020603050405020304" pitchFamily="18" charset="0"/>
                <a:cs typeface="Times New Roman" panose="02020603050405020304" pitchFamily="18" charset="0"/>
              </a:rPr>
              <a:t>) or separate words with underscores (e.g. </a:t>
            </a:r>
            <a:r>
              <a:rPr lang="en-US" dirty="0" err="1">
                <a:solidFill>
                  <a:srgbClr val="000000"/>
                </a:solidFill>
                <a:latin typeface="Times New Roman" panose="02020603050405020304" pitchFamily="18" charset="0"/>
                <a:cs typeface="Times New Roman" panose="02020603050405020304" pitchFamily="18" charset="0"/>
              </a:rPr>
              <a:t>My_First_Macro</a:t>
            </a:r>
            <a:r>
              <a:rPr lang="en-US" dirty="0">
                <a:solidFill>
                  <a:srgbClr val="000000"/>
                </a:solidFill>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In the Shortcut key box, type any letter to assign a keyboard shortcut to the macro (optional).</a:t>
            </a:r>
          </a:p>
          <a:p>
            <a:pPr>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Both uppercase or lowercase letters are allowed, but you'd be wise to use uppercase key combinations (Ctrl + Shift + letter) because macro shortcuts override any default Excel shortcuts while the workbook containing the macro is open. For example, if you assign Ctrl + S to a macro, you will lose the ability to save your Excel files with a shortcut. Assigning Ctrl + Shift + S will keep the standard saving shortcut.</a:t>
            </a:r>
          </a:p>
          <a:p>
            <a:pPr>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From the Store macro in drop-down list, choose where you want to store your macro:</a:t>
            </a:r>
          </a:p>
          <a:p>
            <a:pPr lvl="1">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Personal Macro Workbook – stores the macro to a special workbook called </a:t>
            </a:r>
            <a:r>
              <a:rPr lang="en-US" b="1" dirty="0">
                <a:solidFill>
                  <a:srgbClr val="000000"/>
                </a:solidFill>
                <a:latin typeface="Times New Roman" panose="02020603050405020304" pitchFamily="18" charset="0"/>
                <a:cs typeface="Times New Roman" panose="02020603050405020304" pitchFamily="18" charset="0"/>
              </a:rPr>
              <a:t>Personal.xlsb</a:t>
            </a:r>
            <a:r>
              <a:rPr lang="en-US" dirty="0">
                <a:solidFill>
                  <a:srgbClr val="000000"/>
                </a:solidFill>
                <a:latin typeface="Times New Roman" panose="02020603050405020304" pitchFamily="18" charset="0"/>
                <a:cs typeface="Times New Roman" panose="02020603050405020304" pitchFamily="18" charset="0"/>
              </a:rPr>
              <a:t>. All the macros stored in this workbook are available whenever you use Excel.</a:t>
            </a:r>
          </a:p>
          <a:p>
            <a:pPr lvl="1">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This Workbook (default) - the macro will be stored in the current workbook and will be available when you reopen the workbook or share it with other users.</a:t>
            </a:r>
          </a:p>
          <a:p>
            <a:pPr lvl="1">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New Workbook – creates a new workbook and records the macro to that workbook.</a:t>
            </a:r>
          </a:p>
          <a:p>
            <a:pPr>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In the Description box, type a short description of what your macro does (optional).</a:t>
            </a:r>
          </a:p>
          <a:p>
            <a:pPr>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Though this field is optional, I'd recommend you always provide a brief description. When you create a lot of different macros, it will help you quickly understand what each macro does.</a:t>
            </a:r>
          </a:p>
          <a:p>
            <a:pPr>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Click OK to start recording the macro.</a:t>
            </a:r>
          </a:p>
          <a:p>
            <a:endParaRPr lang="en-US" dirty="0"/>
          </a:p>
        </p:txBody>
      </p:sp>
    </p:spTree>
    <p:extLst>
      <p:ext uri="{BB962C8B-B14F-4D97-AF65-F5344CB8AC3E}">
        <p14:creationId xmlns:p14="http://schemas.microsoft.com/office/powerpoint/2010/main" val="1413688014"/>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F7E6601-3C20-4982-9307-147113F34027}"/>
              </a:ext>
            </a:extLst>
          </p:cNvPr>
          <p:cNvSpPr>
            <a:spLocks noGrp="1"/>
          </p:cNvSpPr>
          <p:nvPr>
            <p:ph type="title"/>
          </p:nvPr>
        </p:nvSpPr>
        <p:spPr/>
        <p:txBody>
          <a:bodyPr/>
          <a:lstStyle/>
          <a:p>
            <a:r>
              <a:rPr lang="en-US" b="1" u="sng" dirty="0">
                <a:effectLst>
                  <a:outerShdw blurRad="38100" dist="38100" dir="2700000" algn="tl">
                    <a:srgbClr val="000000">
                      <a:alpha val="43137"/>
                    </a:srgbClr>
                  </a:outerShdw>
                </a:effectLst>
              </a:rPr>
              <a:t>Start or Stop Recording</a:t>
            </a:r>
          </a:p>
        </p:txBody>
      </p:sp>
      <p:pic>
        <p:nvPicPr>
          <p:cNvPr id="9" name="Picture 2" descr="Configure the parameters of the macro.">
            <a:extLst>
              <a:ext uri="{FF2B5EF4-FFF2-40B4-BE49-F238E27FC236}">
                <a16:creationId xmlns:a16="http://schemas.microsoft.com/office/drawing/2014/main" id="{35CA0658-A7DE-4AB3-87D2-85077BCD6B2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5341" y="1930400"/>
            <a:ext cx="3276600" cy="27432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Stop recording the macro.">
            <a:extLst>
              <a:ext uri="{FF2B5EF4-FFF2-40B4-BE49-F238E27FC236}">
                <a16:creationId xmlns:a16="http://schemas.microsoft.com/office/drawing/2014/main" id="{7DD5F19C-D735-4077-9EFB-1367B7C83C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3424" y="1911555"/>
            <a:ext cx="5803923" cy="2780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3033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BCA54-9697-41D3-9114-5608B76A395B}"/>
              </a:ext>
            </a:extLst>
          </p:cNvPr>
          <p:cNvSpPr>
            <a:spLocks noGrp="1"/>
          </p:cNvSpPr>
          <p:nvPr>
            <p:ph type="title"/>
          </p:nvPr>
        </p:nvSpPr>
        <p:spPr/>
        <p:txBody>
          <a:bodyPr/>
          <a:lstStyle/>
          <a:p>
            <a:r>
              <a:rPr lang="en-US" b="1" u="sng" dirty="0">
                <a:effectLst>
                  <a:outerShdw blurRad="38100" dist="38100" dir="2700000" algn="tl">
                    <a:srgbClr val="000000">
                      <a:alpha val="43137"/>
                    </a:srgbClr>
                  </a:outerShdw>
                </a:effectLst>
              </a:rPr>
              <a:t>How to Add pivot Table:</a:t>
            </a:r>
          </a:p>
        </p:txBody>
      </p:sp>
      <p:sp>
        <p:nvSpPr>
          <p:cNvPr id="3" name="Content Placeholder 2">
            <a:extLst>
              <a:ext uri="{FF2B5EF4-FFF2-40B4-BE49-F238E27FC236}">
                <a16:creationId xmlns:a16="http://schemas.microsoft.com/office/drawing/2014/main" id="{7F4F7AF5-BEDC-4DFB-B669-F9D2CE08D27F}"/>
              </a:ext>
            </a:extLst>
          </p:cNvPr>
          <p:cNvSpPr>
            <a:spLocks noGrp="1"/>
          </p:cNvSpPr>
          <p:nvPr>
            <p:ph idx="1"/>
          </p:nvPr>
        </p:nvSpPr>
        <p:spPr/>
        <p:txBody>
          <a:bodyPr/>
          <a:lstStyle/>
          <a:p>
            <a:pPr>
              <a:buFont typeface="Wingdings" panose="05000000000000000000" pitchFamily="2" charset="2"/>
              <a:buChar char="§"/>
            </a:pPr>
            <a:r>
              <a:rPr lang="en-US" dirty="0">
                <a:solidFill>
                  <a:srgbClr val="000000"/>
                </a:solidFill>
                <a:latin typeface="Noto Sans" panose="020B0502040504020204" pitchFamily="34" charset="0"/>
              </a:rPr>
              <a:t>Select any cell in the source data table, and then go to the </a:t>
            </a:r>
            <a:r>
              <a:rPr lang="en-US" i="1" dirty="0">
                <a:solidFill>
                  <a:srgbClr val="000000"/>
                </a:solidFill>
                <a:latin typeface="Noto Sans" panose="020B0502040504020204" pitchFamily="34" charset="0"/>
              </a:rPr>
              <a:t>Insert</a:t>
            </a:r>
            <a:r>
              <a:rPr lang="en-US" dirty="0">
                <a:solidFill>
                  <a:srgbClr val="000000"/>
                </a:solidFill>
                <a:latin typeface="Noto Sans" panose="020B0502040504020204" pitchFamily="34" charset="0"/>
              </a:rPr>
              <a:t> tab &gt; </a:t>
            </a:r>
            <a:r>
              <a:rPr lang="en-US" i="1" dirty="0">
                <a:solidFill>
                  <a:srgbClr val="000000"/>
                </a:solidFill>
                <a:latin typeface="Noto Sans" panose="020B0502040504020204" pitchFamily="34" charset="0"/>
              </a:rPr>
              <a:t>Tables</a:t>
            </a:r>
            <a:r>
              <a:rPr lang="en-US" dirty="0">
                <a:solidFill>
                  <a:srgbClr val="000000"/>
                </a:solidFill>
                <a:latin typeface="Noto Sans" panose="020B0502040504020204" pitchFamily="34" charset="0"/>
              </a:rPr>
              <a:t> group &gt; </a:t>
            </a:r>
            <a:r>
              <a:rPr lang="en-US" i="1" dirty="0">
                <a:solidFill>
                  <a:srgbClr val="000000"/>
                </a:solidFill>
                <a:latin typeface="Noto Sans" panose="020B0502040504020204" pitchFamily="34" charset="0"/>
              </a:rPr>
              <a:t>PivotTable</a:t>
            </a:r>
            <a:r>
              <a:rPr lang="en-US" dirty="0">
                <a:solidFill>
                  <a:srgbClr val="000000"/>
                </a:solidFill>
                <a:latin typeface="Noto Sans" panose="020B0502040504020204" pitchFamily="34" charset="0"/>
              </a:rPr>
              <a:t>.</a:t>
            </a:r>
            <a:endParaRPr lang="en-US" dirty="0"/>
          </a:p>
          <a:p>
            <a:pPr>
              <a:buFont typeface="Wingdings" panose="05000000000000000000" pitchFamily="2" charset="2"/>
              <a:buChar char="§"/>
            </a:pPr>
            <a:endParaRPr lang="en-US" dirty="0"/>
          </a:p>
        </p:txBody>
      </p:sp>
      <p:pic>
        <p:nvPicPr>
          <p:cNvPr id="4" name="Picture 2" descr="Creating a Pivot Table in Excel">
            <a:extLst>
              <a:ext uri="{FF2B5EF4-FFF2-40B4-BE49-F238E27FC236}">
                <a16:creationId xmlns:a16="http://schemas.microsoft.com/office/drawing/2014/main" id="{9C958A7A-6B45-47FF-A64C-D28E90CD01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3242" y="2926571"/>
            <a:ext cx="4404852" cy="26473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97975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descr="Choose the target location for your Pivot Table.">
            <a:extLst>
              <a:ext uri="{FF2B5EF4-FFF2-40B4-BE49-F238E27FC236}">
                <a16:creationId xmlns:a16="http://schemas.microsoft.com/office/drawing/2014/main" id="{8440EFA5-E5F8-44F9-9FE6-7556FA5FFF3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98417" y="670552"/>
            <a:ext cx="3819525" cy="317182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A blank Pivot Table is created.">
            <a:extLst>
              <a:ext uri="{FF2B5EF4-FFF2-40B4-BE49-F238E27FC236}">
                <a16:creationId xmlns:a16="http://schemas.microsoft.com/office/drawing/2014/main" id="{77EA2C25-114B-4431-A380-F009B692A8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38880" y="670552"/>
            <a:ext cx="2792362" cy="53925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816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The PivotTable Field List">
            <a:extLst>
              <a:ext uri="{FF2B5EF4-FFF2-40B4-BE49-F238E27FC236}">
                <a16:creationId xmlns:a16="http://schemas.microsoft.com/office/drawing/2014/main" id="{9E4AF2B1-77A4-4BE9-8062-C8E5F35109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1" y="272721"/>
            <a:ext cx="2400300" cy="549592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Adding a field to the Pivot Table">
            <a:extLst>
              <a:ext uri="{FF2B5EF4-FFF2-40B4-BE49-F238E27FC236}">
                <a16:creationId xmlns:a16="http://schemas.microsoft.com/office/drawing/2014/main" id="{3012A3AA-2AF2-445D-9C34-B21B099B43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24151" y="1089354"/>
            <a:ext cx="3138596" cy="267929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Removing a field from the Pivot Table">
            <a:extLst>
              <a:ext uri="{FF2B5EF4-FFF2-40B4-BE49-F238E27FC236}">
                <a16:creationId xmlns:a16="http://schemas.microsoft.com/office/drawing/2014/main" id="{224784A5-D103-437C-A1E9-BAA5738414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703885"/>
            <a:ext cx="4286864" cy="46335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5315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50F9B-0556-4D24-92AC-CBF390C44E91}"/>
              </a:ext>
            </a:extLst>
          </p:cNvPr>
          <p:cNvSpPr>
            <a:spLocks noGrp="1"/>
          </p:cNvSpPr>
          <p:nvPr>
            <p:ph type="title"/>
          </p:nvPr>
        </p:nvSpPr>
        <p:spPr/>
        <p:txBody>
          <a:bodyPr/>
          <a:lstStyle/>
          <a:p>
            <a:r>
              <a:rPr lang="en-US" b="1" u="sng" dirty="0">
                <a:effectLst>
                  <a:outerShdw blurRad="38100" dist="38100" dir="2700000" algn="tl">
                    <a:srgbClr val="000000">
                      <a:alpha val="43137"/>
                    </a:srgbClr>
                  </a:outerShdw>
                </a:effectLst>
              </a:rPr>
              <a:t>How to add a graph/chart:</a:t>
            </a:r>
          </a:p>
        </p:txBody>
      </p:sp>
      <p:sp>
        <p:nvSpPr>
          <p:cNvPr id="3" name="Content Placeholder 2">
            <a:extLst>
              <a:ext uri="{FF2B5EF4-FFF2-40B4-BE49-F238E27FC236}">
                <a16:creationId xmlns:a16="http://schemas.microsoft.com/office/drawing/2014/main" id="{11C06927-10A3-4FEA-8EF5-3445ABFE9A62}"/>
              </a:ext>
            </a:extLst>
          </p:cNvPr>
          <p:cNvSpPr>
            <a:spLocks noGrp="1"/>
          </p:cNvSpPr>
          <p:nvPr>
            <p:ph idx="1"/>
          </p:nvPr>
        </p:nvSpPr>
        <p:spPr>
          <a:xfrm>
            <a:off x="516913" y="1488613"/>
            <a:ext cx="8596668" cy="3880773"/>
          </a:xfrm>
        </p:spPr>
        <p:txBody>
          <a:bodyPr/>
          <a:lstStyle/>
          <a:p>
            <a:pPr>
              <a:buFont typeface="Wingdings" panose="05000000000000000000" pitchFamily="2" charset="2"/>
              <a:buChar char="§"/>
            </a:pPr>
            <a:r>
              <a:rPr lang="en-US" dirty="0">
                <a:solidFill>
                  <a:srgbClr val="000000"/>
                </a:solidFill>
                <a:latin typeface="Times New Roman" panose="02020603050405020304" pitchFamily="18" charset="0"/>
                <a:cs typeface="Times New Roman" panose="02020603050405020304" pitchFamily="18" charset="0"/>
              </a:rPr>
              <a:t>Open your first Excel worksheet, select the data you want to plot in the chart, go to the Insert tab &gt; Charts group, and choose the chart type you want to make. In this example, we will be creating the Stack Column chart:</a:t>
            </a:r>
          </a:p>
          <a:p>
            <a:pPr>
              <a:buFont typeface="Wingdings" panose="05000000000000000000" pitchFamily="2" charset="2"/>
              <a:buChar char="§"/>
            </a:pPr>
            <a:endParaRPr lang="en-US" dirty="0"/>
          </a:p>
        </p:txBody>
      </p:sp>
      <p:pic>
        <p:nvPicPr>
          <p:cNvPr id="4" name="Picture 2" descr="Creating a chart based on the first sheet">
            <a:extLst>
              <a:ext uri="{FF2B5EF4-FFF2-40B4-BE49-F238E27FC236}">
                <a16:creationId xmlns:a16="http://schemas.microsoft.com/office/drawing/2014/main" id="{A1227945-1E60-4763-AAC5-4CE61685D1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2145" y="2642808"/>
            <a:ext cx="7207045" cy="40116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34516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FAE136-06A2-4EE8-A97B-0D3565181ED1}"/>
              </a:ext>
            </a:extLst>
          </p:cNvPr>
          <p:cNvSpPr>
            <a:spLocks noGrp="1"/>
          </p:cNvSpPr>
          <p:nvPr>
            <p:ph idx="1"/>
          </p:nvPr>
        </p:nvSpPr>
        <p:spPr>
          <a:xfrm>
            <a:off x="372534" y="315747"/>
            <a:ext cx="8596668" cy="3880773"/>
          </a:xfrm>
        </p:spPr>
        <p:txBody>
          <a:bodyPr/>
          <a:lstStyle/>
          <a:p>
            <a:pPr>
              <a:buFont typeface="Wingdings" panose="05000000000000000000" pitchFamily="2" charset="2"/>
              <a:buChar char="§"/>
            </a:pPr>
            <a:r>
              <a:rPr lang="en-US" dirty="0">
                <a:solidFill>
                  <a:srgbClr val="000000"/>
                </a:solidFill>
                <a:latin typeface="Times New Roman" panose="02020603050405020304" pitchFamily="18" charset="0"/>
                <a:cs typeface="Times New Roman" panose="02020603050405020304" pitchFamily="18" charset="0"/>
              </a:rPr>
              <a:t>Select your graph, click the Chart Elements button (green cross) in the top right corner, and select the options you want</a:t>
            </a:r>
          </a:p>
          <a:p>
            <a:pPr>
              <a:buFont typeface="Wingdings" panose="05000000000000000000" pitchFamily="2" charset="2"/>
              <a:buChar char="§"/>
            </a:pPr>
            <a:endParaRPr lang="en-US" dirty="0">
              <a:solidFill>
                <a:srgbClr val="00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p:txBody>
      </p:sp>
      <p:pic>
        <p:nvPicPr>
          <p:cNvPr id="4" name="Picture 2" descr="Adding the chart title and legend">
            <a:extLst>
              <a:ext uri="{FF2B5EF4-FFF2-40B4-BE49-F238E27FC236}">
                <a16:creationId xmlns:a16="http://schemas.microsoft.com/office/drawing/2014/main" id="{63FEAA29-0A42-4CA2-BB81-F8FAAD98BF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5898" y="1702275"/>
            <a:ext cx="7943304" cy="37805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6256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CDD5AC0-1207-4D6B-A2D8-C40BF406EDE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50989" y="1488281"/>
            <a:ext cx="6025469" cy="3881437"/>
          </a:xfrm>
          <a:prstGeom prst="rect">
            <a:avLst/>
          </a:prstGeom>
        </p:spPr>
      </p:pic>
    </p:spTree>
    <p:extLst>
      <p:ext uri="{BB962C8B-B14F-4D97-AF65-F5344CB8AC3E}">
        <p14:creationId xmlns:p14="http://schemas.microsoft.com/office/powerpoint/2010/main" val="18848848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8FFAC-05DB-CA08-31A7-D16DA39D9DD7}"/>
              </a:ext>
            </a:extLst>
          </p:cNvPr>
          <p:cNvSpPr>
            <a:spLocks noGrp="1"/>
          </p:cNvSpPr>
          <p:nvPr>
            <p:ph type="title"/>
          </p:nvPr>
        </p:nvSpPr>
        <p:spPr/>
        <p:txBody>
          <a:bodyPr/>
          <a:lstStyle/>
          <a:p>
            <a:r>
              <a:rPr lang="en-GB" u="sng" dirty="0">
                <a:effectLst>
                  <a:outerShdw blurRad="38100" dist="38100" dir="2700000" algn="tl">
                    <a:srgbClr val="000000">
                      <a:alpha val="43137"/>
                    </a:srgbClr>
                  </a:outerShdw>
                </a:effectLst>
              </a:rPr>
              <a:t>HTML</a:t>
            </a:r>
            <a:endParaRPr lang="en-PK" u="sng"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EBC4F801-9C2B-54B9-FB5B-B6E8D8D157F5}"/>
              </a:ext>
            </a:extLst>
          </p:cNvPr>
          <p:cNvSpPr>
            <a:spLocks noGrp="1"/>
          </p:cNvSpPr>
          <p:nvPr>
            <p:ph idx="1"/>
          </p:nvPr>
        </p:nvSpPr>
        <p:spPr/>
        <p:txBody>
          <a:bodyPr>
            <a:normAutofit/>
          </a:bodyPr>
          <a:lstStyle/>
          <a:p>
            <a:pPr marL="0" indent="0">
              <a:buNone/>
            </a:pPr>
            <a:r>
              <a:rPr lang="en-GB" sz="2800" dirty="0">
                <a:latin typeface="Times New Roman" panose="02020603050405020304" pitchFamily="18" charset="0"/>
                <a:cs typeface="Times New Roman" panose="02020603050405020304" pitchFamily="18" charset="0"/>
              </a:rPr>
              <a:t>We created an Inventory System of Electronics through </a:t>
            </a:r>
            <a:r>
              <a:rPr lang="en-GB" sz="2800" b="1" dirty="0">
                <a:latin typeface="Times New Roman" panose="02020603050405020304" pitchFamily="18" charset="0"/>
                <a:cs typeface="Times New Roman" panose="02020603050405020304" pitchFamily="18" charset="0"/>
              </a:rPr>
              <a:t>HTML</a:t>
            </a:r>
            <a:r>
              <a:rPr lang="en-GB" sz="2800" dirty="0">
                <a:latin typeface="Times New Roman" panose="02020603050405020304" pitchFamily="18" charset="0"/>
                <a:cs typeface="Times New Roman" panose="02020603050405020304" pitchFamily="18" charset="0"/>
              </a:rPr>
              <a:t> and </a:t>
            </a:r>
            <a:r>
              <a:rPr lang="en-GB" sz="2800" b="1" dirty="0">
                <a:latin typeface="Times New Roman" panose="02020603050405020304" pitchFamily="18" charset="0"/>
                <a:cs typeface="Times New Roman" panose="02020603050405020304" pitchFamily="18" charset="0"/>
              </a:rPr>
              <a:t>CSS</a:t>
            </a:r>
            <a:r>
              <a:rPr lang="en-GB" sz="2800" dirty="0">
                <a:latin typeface="Times New Roman" panose="02020603050405020304" pitchFamily="18" charset="0"/>
                <a:cs typeface="Times New Roman" panose="02020603050405020304" pitchFamily="18" charset="0"/>
              </a:rPr>
              <a:t> using the following data:</a:t>
            </a:r>
          </a:p>
          <a:p>
            <a:pPr>
              <a:buFont typeface="Courier New" panose="02070309020205020404" pitchFamily="49" charset="0"/>
              <a:buChar char="o"/>
            </a:pPr>
            <a:r>
              <a:rPr lang="en-GB" sz="2800" dirty="0">
                <a:latin typeface="Times New Roman" panose="02020603050405020304" pitchFamily="18" charset="0"/>
                <a:cs typeface="Times New Roman" panose="02020603050405020304" pitchFamily="18" charset="0"/>
              </a:rPr>
              <a:t>Form should include </a:t>
            </a:r>
            <a:r>
              <a:rPr lang="en-GB" sz="2800" b="1" dirty="0">
                <a:latin typeface="Times New Roman" panose="02020603050405020304" pitchFamily="18" charset="0"/>
                <a:cs typeface="Times New Roman" panose="02020603050405020304" pitchFamily="18" charset="0"/>
              </a:rPr>
              <a:t>Fields</a:t>
            </a:r>
            <a:r>
              <a:rPr lang="en-GB" sz="2800" dirty="0">
                <a:latin typeface="Times New Roman" panose="02020603050405020304" pitchFamily="18" charset="0"/>
                <a:cs typeface="Times New Roman" panose="02020603050405020304" pitchFamily="18" charset="0"/>
              </a:rPr>
              <a:t> for item name, </a:t>
            </a:r>
            <a:r>
              <a:rPr lang="en-GB" sz="2800" b="1" dirty="0">
                <a:latin typeface="Times New Roman" panose="02020603050405020304" pitchFamily="18" charset="0"/>
                <a:cs typeface="Times New Roman" panose="02020603050405020304" pitchFamily="18" charset="0"/>
              </a:rPr>
              <a:t>Item ID, Quantity, Price, Supplier Name </a:t>
            </a:r>
            <a:r>
              <a:rPr lang="en-GB" sz="2800" dirty="0">
                <a:latin typeface="Times New Roman" panose="02020603050405020304" pitchFamily="18" charset="0"/>
                <a:cs typeface="Times New Roman" panose="02020603050405020304" pitchFamily="18" charset="0"/>
              </a:rPr>
              <a:t>etc;</a:t>
            </a:r>
          </a:p>
          <a:p>
            <a:pPr>
              <a:buFont typeface="Courier New" panose="02070309020205020404" pitchFamily="49" charset="0"/>
              <a:buChar char="o"/>
            </a:pPr>
            <a:r>
              <a:rPr lang="en-GB" sz="2800" dirty="0">
                <a:latin typeface="Times New Roman" panose="02020603050405020304" pitchFamily="18" charset="0"/>
                <a:cs typeface="Times New Roman" panose="02020603050405020304" pitchFamily="18" charset="0"/>
              </a:rPr>
              <a:t>Used basic </a:t>
            </a:r>
            <a:r>
              <a:rPr lang="en-GB" sz="2800" b="1" dirty="0">
                <a:latin typeface="Times New Roman" panose="02020603050405020304" pitchFamily="18" charset="0"/>
                <a:cs typeface="Times New Roman" panose="02020603050405020304" pitchFamily="18" charset="0"/>
              </a:rPr>
              <a:t>HTML</a:t>
            </a:r>
            <a:r>
              <a:rPr lang="en-GB" sz="2800" dirty="0">
                <a:latin typeface="Times New Roman" panose="02020603050405020304" pitchFamily="18" charset="0"/>
                <a:cs typeface="Times New Roman" panose="02020603050405020304" pitchFamily="18" charset="0"/>
              </a:rPr>
              <a:t> tags like &lt;Form&gt; &lt;Input&gt; &lt;Label&gt; &lt;Header&gt; &lt;Button&gt; and &lt;Select&gt;.</a:t>
            </a:r>
          </a:p>
          <a:p>
            <a:pPr>
              <a:buFont typeface="Courier New" panose="02070309020205020404" pitchFamily="49" charset="0"/>
              <a:buChar char="o"/>
            </a:pPr>
            <a:r>
              <a:rPr lang="en-GB" sz="2800" dirty="0">
                <a:latin typeface="Times New Roman" panose="02020603050405020304" pitchFamily="18" charset="0"/>
                <a:cs typeface="Times New Roman" panose="02020603050405020304" pitchFamily="18" charset="0"/>
              </a:rPr>
              <a:t>Added </a:t>
            </a:r>
            <a:r>
              <a:rPr lang="en-GB" sz="2800" b="1" dirty="0">
                <a:latin typeface="Times New Roman" panose="02020603050405020304" pitchFamily="18" charset="0"/>
                <a:cs typeface="Times New Roman" panose="02020603050405020304" pitchFamily="18" charset="0"/>
              </a:rPr>
              <a:t>CSS</a:t>
            </a:r>
            <a:r>
              <a:rPr lang="en-GB" sz="2800" dirty="0">
                <a:latin typeface="Times New Roman" panose="02020603050405020304" pitchFamily="18" charset="0"/>
                <a:cs typeface="Times New Roman" panose="02020603050405020304" pitchFamily="18" charset="0"/>
              </a:rPr>
              <a:t> styling for </a:t>
            </a:r>
            <a:r>
              <a:rPr lang="en-GB" sz="2800" b="1" dirty="0">
                <a:latin typeface="Times New Roman" panose="02020603050405020304" pitchFamily="18" charset="0"/>
                <a:cs typeface="Times New Roman" panose="02020603050405020304" pitchFamily="18" charset="0"/>
              </a:rPr>
              <a:t>Layout, Fonts, Colours.</a:t>
            </a:r>
          </a:p>
        </p:txBody>
      </p:sp>
    </p:spTree>
    <p:extLst>
      <p:ext uri="{BB962C8B-B14F-4D97-AF65-F5344CB8AC3E}">
        <p14:creationId xmlns:p14="http://schemas.microsoft.com/office/powerpoint/2010/main" val="31352810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9D595B0-5452-AE7B-FCC2-584D019ECC5D}"/>
              </a:ext>
            </a:extLst>
          </p:cNvPr>
          <p:cNvSpPr>
            <a:spLocks noGrp="1"/>
          </p:cNvSpPr>
          <p:nvPr>
            <p:ph type="title"/>
          </p:nvPr>
        </p:nvSpPr>
        <p:spPr/>
        <p:txBody>
          <a:bodyPr/>
          <a:lstStyle/>
          <a:p>
            <a:r>
              <a:rPr lang="en-GB" u="sng" dirty="0">
                <a:effectLst>
                  <a:outerShdw blurRad="38100" dist="38100" dir="2700000" algn="tl">
                    <a:srgbClr val="000000">
                      <a:alpha val="43137"/>
                    </a:srgbClr>
                  </a:outerShdw>
                </a:effectLst>
              </a:rPr>
              <a:t>HTML/CSS</a:t>
            </a:r>
            <a:endParaRPr lang="en-PK" u="sng" dirty="0">
              <a:effectLst>
                <a:outerShdw blurRad="38100" dist="38100" dir="2700000" algn="tl">
                  <a:srgbClr val="000000">
                    <a:alpha val="43137"/>
                  </a:srgbClr>
                </a:outerShdw>
              </a:effectLst>
            </a:endParaRPr>
          </a:p>
        </p:txBody>
      </p:sp>
      <p:sp>
        <p:nvSpPr>
          <p:cNvPr id="5" name="Text Placeholder 4">
            <a:extLst>
              <a:ext uri="{FF2B5EF4-FFF2-40B4-BE49-F238E27FC236}">
                <a16:creationId xmlns:a16="http://schemas.microsoft.com/office/drawing/2014/main" id="{6EC938C7-431D-4A98-8118-DCA4381F869A}"/>
              </a:ext>
            </a:extLst>
          </p:cNvPr>
          <p:cNvSpPr>
            <a:spLocks noGrp="1"/>
          </p:cNvSpPr>
          <p:nvPr>
            <p:ph type="body" idx="1"/>
          </p:nvPr>
        </p:nvSpPr>
        <p:spPr/>
        <p:txBody>
          <a:bodyPr/>
          <a:lstStyle/>
          <a:p>
            <a:r>
              <a:rPr lang="en-GB" dirty="0">
                <a:effectLst>
                  <a:outerShdw blurRad="38100" dist="38100" dir="2700000" algn="tl">
                    <a:srgbClr val="000000">
                      <a:alpha val="43137"/>
                    </a:srgbClr>
                  </a:outerShdw>
                </a:effectLst>
              </a:rPr>
              <a:t>INPUT</a:t>
            </a:r>
            <a:endParaRPr lang="en-PK" dirty="0">
              <a:effectLst>
                <a:outerShdw blurRad="38100" dist="38100" dir="2700000" algn="tl">
                  <a:srgbClr val="000000">
                    <a:alpha val="43137"/>
                  </a:srgbClr>
                </a:outerShdw>
              </a:effectLst>
            </a:endParaRPr>
          </a:p>
        </p:txBody>
      </p:sp>
      <p:pic>
        <p:nvPicPr>
          <p:cNvPr id="16" name="Content Placeholder 15" descr="A screenshot of a computer&#10;&#10;AI-generated content may be incorrect.">
            <a:extLst>
              <a:ext uri="{FF2B5EF4-FFF2-40B4-BE49-F238E27FC236}">
                <a16:creationId xmlns:a16="http://schemas.microsoft.com/office/drawing/2014/main" id="{DD074E11-C094-9447-D46B-5427C15DFEB6}"/>
              </a:ext>
            </a:extLst>
          </p:cNvPr>
          <p:cNvPicPr>
            <a:picLocks noGrp="1" noChangeAspect="1"/>
          </p:cNvPicPr>
          <p:nvPr>
            <p:ph sz="half" idx="2"/>
          </p:nvPr>
        </p:nvPicPr>
        <p:blipFill>
          <a:blip r:embed="rId2"/>
          <a:stretch>
            <a:fillRect/>
          </a:stretch>
        </p:blipFill>
        <p:spPr>
          <a:xfrm>
            <a:off x="385240" y="2276669"/>
            <a:ext cx="1792514" cy="3763963"/>
          </a:xfrm>
          <a:prstGeom prst="rect">
            <a:avLst/>
          </a:prstGeom>
        </p:spPr>
      </p:pic>
      <p:pic>
        <p:nvPicPr>
          <p:cNvPr id="18" name="Picture 17" descr="A screen shot of a computer&#10;&#10;AI-generated content may be incorrect.">
            <a:extLst>
              <a:ext uri="{FF2B5EF4-FFF2-40B4-BE49-F238E27FC236}">
                <a16:creationId xmlns:a16="http://schemas.microsoft.com/office/drawing/2014/main" id="{1DB07D95-C3B2-2E0B-20A8-BA3E841D80DE}"/>
              </a:ext>
            </a:extLst>
          </p:cNvPr>
          <p:cNvPicPr>
            <a:picLocks noChangeAspect="1"/>
          </p:cNvPicPr>
          <p:nvPr/>
        </p:nvPicPr>
        <p:blipFill>
          <a:blip r:embed="rId3"/>
          <a:stretch>
            <a:fillRect/>
          </a:stretch>
        </p:blipFill>
        <p:spPr>
          <a:xfrm>
            <a:off x="2313001" y="2245568"/>
            <a:ext cx="2417095" cy="3826165"/>
          </a:xfrm>
          <a:prstGeom prst="rect">
            <a:avLst/>
          </a:prstGeom>
        </p:spPr>
      </p:pic>
      <p:pic>
        <p:nvPicPr>
          <p:cNvPr id="20" name="Picture 19" descr="A screen shot of a computer code&#10;&#10;AI-generated content may be incorrect.">
            <a:extLst>
              <a:ext uri="{FF2B5EF4-FFF2-40B4-BE49-F238E27FC236}">
                <a16:creationId xmlns:a16="http://schemas.microsoft.com/office/drawing/2014/main" id="{D9FD270E-C21F-5B1F-ADF6-E37F85171212}"/>
              </a:ext>
            </a:extLst>
          </p:cNvPr>
          <p:cNvPicPr>
            <a:picLocks noChangeAspect="1"/>
          </p:cNvPicPr>
          <p:nvPr/>
        </p:nvPicPr>
        <p:blipFill>
          <a:blip r:embed="rId4"/>
          <a:stretch>
            <a:fillRect/>
          </a:stretch>
        </p:blipFill>
        <p:spPr>
          <a:xfrm>
            <a:off x="3406279" y="2245567"/>
            <a:ext cx="2154149" cy="3826165"/>
          </a:xfrm>
          <a:prstGeom prst="rect">
            <a:avLst/>
          </a:prstGeom>
        </p:spPr>
      </p:pic>
      <p:pic>
        <p:nvPicPr>
          <p:cNvPr id="22" name="Picture 21" descr="A screenshot of a computer code">
            <a:extLst>
              <a:ext uri="{FF2B5EF4-FFF2-40B4-BE49-F238E27FC236}">
                <a16:creationId xmlns:a16="http://schemas.microsoft.com/office/drawing/2014/main" id="{61502AED-CD20-3086-0230-155573346A1D}"/>
              </a:ext>
            </a:extLst>
          </p:cNvPr>
          <p:cNvPicPr>
            <a:picLocks noChangeAspect="1"/>
          </p:cNvPicPr>
          <p:nvPr/>
        </p:nvPicPr>
        <p:blipFill>
          <a:blip r:embed="rId5"/>
          <a:stretch>
            <a:fillRect/>
          </a:stretch>
        </p:blipFill>
        <p:spPr>
          <a:xfrm>
            <a:off x="4713807" y="2245568"/>
            <a:ext cx="2417095" cy="3826165"/>
          </a:xfrm>
          <a:prstGeom prst="rect">
            <a:avLst/>
          </a:prstGeom>
        </p:spPr>
      </p:pic>
      <p:pic>
        <p:nvPicPr>
          <p:cNvPr id="26" name="Picture 25" descr="A screenshot of a computer program">
            <a:extLst>
              <a:ext uri="{FF2B5EF4-FFF2-40B4-BE49-F238E27FC236}">
                <a16:creationId xmlns:a16="http://schemas.microsoft.com/office/drawing/2014/main" id="{9B20DDEC-2EDA-C254-2642-4F8787EB721D}"/>
              </a:ext>
            </a:extLst>
          </p:cNvPr>
          <p:cNvPicPr>
            <a:picLocks noChangeAspect="1"/>
          </p:cNvPicPr>
          <p:nvPr/>
        </p:nvPicPr>
        <p:blipFill>
          <a:blip r:embed="rId6"/>
          <a:stretch>
            <a:fillRect/>
          </a:stretch>
        </p:blipFill>
        <p:spPr>
          <a:xfrm>
            <a:off x="7111182" y="2245568"/>
            <a:ext cx="5000990" cy="3826165"/>
          </a:xfrm>
          <a:prstGeom prst="rect">
            <a:avLst/>
          </a:prstGeom>
        </p:spPr>
      </p:pic>
    </p:spTree>
    <p:extLst>
      <p:ext uri="{BB962C8B-B14F-4D97-AF65-F5344CB8AC3E}">
        <p14:creationId xmlns:p14="http://schemas.microsoft.com/office/powerpoint/2010/main" val="4099322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87B4472A-332B-71E5-8009-33841E7C3F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8">
            <a:extLst>
              <a:ext uri="{FF2B5EF4-FFF2-40B4-BE49-F238E27FC236}">
                <a16:creationId xmlns:a16="http://schemas.microsoft.com/office/drawing/2014/main" id="{A886EBE8-D01C-17E0-D055-AF5D9C14B33E}"/>
              </a:ext>
            </a:extLst>
          </p:cNvPr>
          <p:cNvSpPr>
            <a:spLocks noGrp="1"/>
          </p:cNvSpPr>
          <p:nvPr>
            <p:ph type="title"/>
          </p:nvPr>
        </p:nvSpPr>
        <p:spPr>
          <a:xfrm>
            <a:off x="510074" y="1635260"/>
            <a:ext cx="3348297" cy="2241755"/>
          </a:xfrm>
        </p:spPr>
        <p:txBody>
          <a:bodyPr vert="horz" lIns="91440" tIns="45720" rIns="91440" bIns="45720" rtlCol="0" anchor="b">
            <a:normAutofit/>
          </a:bodyPr>
          <a:lstStyle/>
          <a:p>
            <a:r>
              <a:rPr lang="en-US" sz="4000" u="sng" dirty="0">
                <a:effectLst>
                  <a:outerShdw blurRad="38100" dist="38100" dir="2700000" algn="tl">
                    <a:srgbClr val="000000">
                      <a:alpha val="43137"/>
                    </a:srgbClr>
                  </a:outerShdw>
                </a:effectLst>
              </a:rPr>
              <a:t>HTML/CSS</a:t>
            </a:r>
          </a:p>
        </p:txBody>
      </p:sp>
      <p:sp>
        <p:nvSpPr>
          <p:cNvPr id="10" name="Text Placeholder 9">
            <a:extLst>
              <a:ext uri="{FF2B5EF4-FFF2-40B4-BE49-F238E27FC236}">
                <a16:creationId xmlns:a16="http://schemas.microsoft.com/office/drawing/2014/main" id="{3309D4EE-8135-B26C-00A8-D000FF97C25B}"/>
              </a:ext>
            </a:extLst>
          </p:cNvPr>
          <p:cNvSpPr>
            <a:spLocks noGrp="1"/>
          </p:cNvSpPr>
          <p:nvPr>
            <p:ph type="body" idx="1"/>
          </p:nvPr>
        </p:nvSpPr>
        <p:spPr>
          <a:xfrm>
            <a:off x="510074" y="4003563"/>
            <a:ext cx="3348297" cy="1184584"/>
          </a:xfrm>
        </p:spPr>
        <p:txBody>
          <a:bodyPr vert="horz" lIns="91440" tIns="45720" rIns="91440" bIns="45720" rtlCol="0">
            <a:normAutofit/>
          </a:bodyPr>
          <a:lstStyle/>
          <a:p>
            <a:pPr>
              <a:lnSpc>
                <a:spcPct val="120000"/>
              </a:lnSpc>
            </a:pPr>
            <a:r>
              <a:rPr lang="en-US" sz="2800" dirty="0">
                <a:effectLst>
                  <a:outerShdw blurRad="38100" dist="38100" dir="2700000" algn="tl">
                    <a:srgbClr val="000000">
                      <a:alpha val="43137"/>
                    </a:srgbClr>
                  </a:outerShdw>
                </a:effectLst>
              </a:rPr>
              <a:t>OUTPUT</a:t>
            </a:r>
          </a:p>
        </p:txBody>
      </p:sp>
      <p:pic>
        <p:nvPicPr>
          <p:cNvPr id="15" name="Picture 14" descr="A screenshot of a computer&#10;&#10;AI-generated content may be incorrect.">
            <a:extLst>
              <a:ext uri="{FF2B5EF4-FFF2-40B4-BE49-F238E27FC236}">
                <a16:creationId xmlns:a16="http://schemas.microsoft.com/office/drawing/2014/main" id="{BB7C885D-A801-98D8-1315-5A67D62A3A26}"/>
              </a:ext>
            </a:extLst>
          </p:cNvPr>
          <p:cNvPicPr>
            <a:picLocks noChangeAspect="1"/>
          </p:cNvPicPr>
          <p:nvPr/>
        </p:nvPicPr>
        <p:blipFill>
          <a:blip r:embed="rId2">
            <a:extLst>
              <a:ext uri="{28A0092B-C50C-407E-A947-70E740481C1C}">
                <a14:useLocalDpi xmlns:a14="http://schemas.microsoft.com/office/drawing/2010/main" val="0"/>
              </a:ext>
            </a:extLst>
          </a:blip>
          <a:srcRect t="1570" r="-2" b="1054"/>
          <a:stretch>
            <a:fillRect/>
          </a:stretch>
        </p:blipFill>
        <p:spPr>
          <a:xfrm>
            <a:off x="5133353" y="254000"/>
            <a:ext cx="5812300" cy="6202438"/>
          </a:xfrm>
          <a:prstGeom prst="rect">
            <a:avLst/>
          </a:prstGeom>
        </p:spPr>
      </p:pic>
    </p:spTree>
    <p:extLst>
      <p:ext uri="{BB962C8B-B14F-4D97-AF65-F5344CB8AC3E}">
        <p14:creationId xmlns:p14="http://schemas.microsoft.com/office/powerpoint/2010/main" val="10685690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1F37B-009C-F471-4C94-8CBE7997B99C}"/>
              </a:ext>
            </a:extLst>
          </p:cNvPr>
          <p:cNvSpPr>
            <a:spLocks noGrp="1"/>
          </p:cNvSpPr>
          <p:nvPr>
            <p:ph type="title"/>
          </p:nvPr>
        </p:nvSpPr>
        <p:spPr/>
        <p:txBody>
          <a:bodyPr/>
          <a:lstStyle/>
          <a:p>
            <a:r>
              <a:rPr lang="en-GB" u="sng" dirty="0">
                <a:effectLst>
                  <a:outerShdw blurRad="38100" dist="38100" dir="2700000" algn="tl">
                    <a:srgbClr val="000000">
                      <a:alpha val="43137"/>
                    </a:srgbClr>
                  </a:outerShdw>
                </a:effectLst>
              </a:rPr>
              <a:t>MS PowerPoint</a:t>
            </a:r>
            <a:endParaRPr lang="en-PK" u="sng" dirty="0">
              <a:effectLst>
                <a:outerShdw blurRad="38100" dist="38100" dir="2700000" algn="tl">
                  <a:srgbClr val="000000">
                    <a:alpha val="43137"/>
                  </a:srgbClr>
                </a:outerShdw>
              </a:effectLst>
            </a:endParaRPr>
          </a:p>
        </p:txBody>
      </p:sp>
      <p:sp>
        <p:nvSpPr>
          <p:cNvPr id="7" name="Content Placeholder 6">
            <a:extLst>
              <a:ext uri="{FF2B5EF4-FFF2-40B4-BE49-F238E27FC236}">
                <a16:creationId xmlns:a16="http://schemas.microsoft.com/office/drawing/2014/main" id="{B97AAF94-DF4E-1A6D-D2D0-F3C8806E622B}"/>
              </a:ext>
            </a:extLst>
          </p:cNvPr>
          <p:cNvSpPr>
            <a:spLocks noGrp="1"/>
          </p:cNvSpPr>
          <p:nvPr>
            <p:ph idx="1"/>
          </p:nvPr>
        </p:nvSpPr>
        <p:spPr/>
        <p:txBody>
          <a:bodyPr>
            <a:normAutofit/>
          </a:bodyPr>
          <a:lstStyle/>
          <a:p>
            <a:pPr marL="0" indent="0">
              <a:buNone/>
            </a:pPr>
            <a:r>
              <a:rPr lang="en-GB" sz="2400" dirty="0">
                <a:latin typeface="Times New Roman" panose="02020603050405020304" pitchFamily="18" charset="0"/>
                <a:cs typeface="Times New Roman" panose="02020603050405020304" pitchFamily="18" charset="0"/>
              </a:rPr>
              <a:t>We used the following data for this </a:t>
            </a:r>
            <a:r>
              <a:rPr lang="en-GB" sz="2400" b="1" dirty="0">
                <a:latin typeface="Times New Roman" panose="02020603050405020304" pitchFamily="18" charset="0"/>
                <a:cs typeface="Times New Roman" panose="02020603050405020304" pitchFamily="18" charset="0"/>
              </a:rPr>
              <a:t>PPTX</a:t>
            </a:r>
            <a:r>
              <a:rPr lang="en-GB" sz="2400" dirty="0">
                <a:latin typeface="Times New Roman" panose="02020603050405020304" pitchFamily="18" charset="0"/>
                <a:cs typeface="Times New Roman" panose="02020603050405020304" pitchFamily="18" charset="0"/>
              </a:rPr>
              <a:t> file.</a:t>
            </a:r>
          </a:p>
          <a:p>
            <a:pPr>
              <a:buFont typeface="Courier New" panose="02070309020205020404" pitchFamily="49" charset="0"/>
              <a:buChar char="o"/>
            </a:pPr>
            <a:r>
              <a:rPr lang="en-GB" sz="2400" dirty="0">
                <a:latin typeface="Times New Roman" panose="02020603050405020304" pitchFamily="18" charset="0"/>
                <a:cs typeface="Times New Roman" panose="02020603050405020304" pitchFamily="18" charset="0"/>
              </a:rPr>
              <a:t>Slides explaining the steps for each tasks.</a:t>
            </a:r>
          </a:p>
          <a:p>
            <a:pPr>
              <a:buFont typeface="Courier New" panose="02070309020205020404" pitchFamily="49" charset="0"/>
              <a:buChar char="o"/>
            </a:pPr>
            <a:r>
              <a:rPr lang="en-GB" sz="2400" b="1" dirty="0">
                <a:latin typeface="Times New Roman" panose="02020603050405020304" pitchFamily="18" charset="0"/>
                <a:cs typeface="Times New Roman" panose="02020603050405020304" pitchFamily="18" charset="0"/>
              </a:rPr>
              <a:t>MS Word: </a:t>
            </a:r>
            <a:r>
              <a:rPr lang="en-GB" sz="2400" dirty="0">
                <a:latin typeface="Times New Roman" panose="02020603050405020304" pitchFamily="18" charset="0"/>
                <a:cs typeface="Times New Roman" panose="02020603050405020304" pitchFamily="18" charset="0"/>
              </a:rPr>
              <a:t>Explaining Formatting, Structure, and Challenges.</a:t>
            </a:r>
          </a:p>
          <a:p>
            <a:pPr>
              <a:buFont typeface="Courier New" panose="02070309020205020404" pitchFamily="49" charset="0"/>
              <a:buChar char="o"/>
            </a:pPr>
            <a:r>
              <a:rPr lang="en-GB" sz="2400" b="1" dirty="0">
                <a:latin typeface="Times New Roman" panose="02020603050405020304" pitchFamily="18" charset="0"/>
                <a:cs typeface="Times New Roman" panose="02020603050405020304" pitchFamily="18" charset="0"/>
              </a:rPr>
              <a:t>MS Excel:  </a:t>
            </a:r>
            <a:r>
              <a:rPr lang="en-GB" sz="2400" dirty="0">
                <a:latin typeface="Times New Roman" panose="02020603050405020304" pitchFamily="18" charset="0"/>
                <a:cs typeface="Times New Roman" panose="02020603050405020304" pitchFamily="18" charset="0"/>
              </a:rPr>
              <a:t>Demonstrate the use of MICRO formulas, Pivot Tables, and Data Visualization.</a:t>
            </a:r>
          </a:p>
          <a:p>
            <a:pPr>
              <a:buFont typeface="Courier New" panose="02070309020205020404" pitchFamily="49" charset="0"/>
              <a:buChar char="o"/>
            </a:pPr>
            <a:r>
              <a:rPr lang="en-GB" sz="2400" b="1" dirty="0">
                <a:latin typeface="Times New Roman" panose="02020603050405020304" pitchFamily="18" charset="0"/>
                <a:cs typeface="Times New Roman" panose="02020603050405020304" pitchFamily="18" charset="0"/>
              </a:rPr>
              <a:t>HTML/CSS: </a:t>
            </a:r>
            <a:r>
              <a:rPr lang="en-GB" sz="2400" dirty="0">
                <a:latin typeface="Times New Roman" panose="02020603050405020304" pitchFamily="18" charset="0"/>
                <a:cs typeface="Times New Roman" panose="02020603050405020304" pitchFamily="18" charset="0"/>
              </a:rPr>
              <a:t>Show the Form, Design, and Coding Process.</a:t>
            </a:r>
          </a:p>
          <a:p>
            <a:pPr>
              <a:buFont typeface="Courier New" panose="02070309020205020404" pitchFamily="49" charset="0"/>
              <a:buChar char="o"/>
            </a:pPr>
            <a:r>
              <a:rPr lang="en-GB" sz="2400" dirty="0">
                <a:latin typeface="Times New Roman" panose="02020603050405020304" pitchFamily="18" charset="0"/>
                <a:cs typeface="Times New Roman" panose="02020603050405020304" pitchFamily="18" charset="0"/>
              </a:rPr>
              <a:t>Used proper Theme and Transitions.</a:t>
            </a:r>
          </a:p>
          <a:p>
            <a:pPr>
              <a:buFont typeface="Courier New" panose="02070309020205020404" pitchFamily="49" charset="0"/>
              <a:buChar char="o"/>
            </a:pPr>
            <a:r>
              <a:rPr lang="en-GB" sz="2400" dirty="0">
                <a:latin typeface="Times New Roman" panose="02020603050405020304" pitchFamily="18" charset="0"/>
                <a:cs typeface="Times New Roman" panose="02020603050405020304" pitchFamily="18" charset="0"/>
              </a:rPr>
              <a:t>It includes Screenshots, Key learning. </a:t>
            </a:r>
            <a:endParaRPr lang="en-GB" sz="2400" b="1"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endParaRPr lang="en-GB" sz="24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endParaRPr lang="en-PK"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19847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4A0E9-E0C3-3888-99A8-D9E1D546DF1B}"/>
              </a:ext>
            </a:extLst>
          </p:cNvPr>
          <p:cNvSpPr>
            <a:spLocks noGrp="1"/>
          </p:cNvSpPr>
          <p:nvPr>
            <p:ph type="title"/>
          </p:nvPr>
        </p:nvSpPr>
        <p:spPr/>
        <p:txBody>
          <a:bodyPr/>
          <a:lstStyle/>
          <a:p>
            <a:r>
              <a:rPr lang="en-GB" u="sng" dirty="0">
                <a:effectLst>
                  <a:outerShdw blurRad="38100" dist="38100" dir="2700000" algn="tl">
                    <a:srgbClr val="000000">
                      <a:alpha val="43137"/>
                    </a:srgbClr>
                  </a:outerShdw>
                </a:effectLst>
              </a:rPr>
              <a:t>Explanation</a:t>
            </a:r>
            <a:endParaRPr lang="en-PK" u="sng"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FF69BB7B-EE05-4C00-2661-AFB5E59243F6}"/>
              </a:ext>
            </a:extLst>
          </p:cNvPr>
          <p:cNvSpPr>
            <a:spLocks noGrp="1"/>
          </p:cNvSpPr>
          <p:nvPr>
            <p:ph idx="1"/>
          </p:nvPr>
        </p:nvSpPr>
        <p:spPr/>
        <p:txBody>
          <a:bodyPr>
            <a:normAutofit/>
          </a:bodyPr>
          <a:lstStyle/>
          <a:p>
            <a:pPr>
              <a:buFont typeface="Wingdings" panose="05000000000000000000" pitchFamily="2" charset="2"/>
              <a:buChar char="q"/>
            </a:pPr>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New Presentation</a:t>
            </a:r>
            <a:endParaRPr lang="en-GB"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Open </a:t>
            </a:r>
            <a:r>
              <a:rPr lang="en-US" b="1" dirty="0">
                <a:latin typeface="Times New Roman" panose="02020603050405020304" pitchFamily="18" charset="0"/>
                <a:cs typeface="Times New Roman" panose="02020603050405020304" pitchFamily="18" charset="0"/>
              </a:rPr>
              <a:t>PowerPoint</a:t>
            </a:r>
            <a:r>
              <a:rPr lang="en-US" dirty="0">
                <a:latin typeface="Times New Roman" panose="02020603050405020304" pitchFamily="18" charset="0"/>
                <a:cs typeface="Times New Roman" panose="02020603050405020304" pitchFamily="18" charset="0"/>
              </a:rPr>
              <a:t> and click </a:t>
            </a:r>
            <a:r>
              <a:rPr lang="en-US" b="1" dirty="0">
                <a:latin typeface="Times New Roman" panose="02020603050405020304" pitchFamily="18" charset="0"/>
                <a:cs typeface="Times New Roman" panose="02020603050405020304" pitchFamily="18" charset="0"/>
              </a:rPr>
              <a:t>New</a:t>
            </a:r>
            <a:r>
              <a:rPr lang="en-US" dirty="0">
                <a:latin typeface="Times New Roman" panose="02020603050405020304" pitchFamily="18" charset="0"/>
                <a:cs typeface="Times New Roman" panose="02020603050405020304" pitchFamily="18" charset="0"/>
              </a:rPr>
              <a:t>.</a:t>
            </a:r>
            <a:endParaRPr lang="en-PK" dirty="0">
              <a:latin typeface="Times New Roman" panose="02020603050405020304" pitchFamily="18" charset="0"/>
              <a:cs typeface="Times New Roman" panose="02020603050405020304" pitchFamily="18" charset="0"/>
            </a:endParaRPr>
          </a:p>
          <a:p>
            <a:pPr lvl="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Select </a:t>
            </a:r>
            <a:r>
              <a:rPr lang="en-US" b="1" dirty="0">
                <a:latin typeface="Times New Roman" panose="02020603050405020304" pitchFamily="18" charset="0"/>
                <a:cs typeface="Times New Roman" panose="02020603050405020304" pitchFamily="18" charset="0"/>
              </a:rPr>
              <a:t>Blank Presentation</a:t>
            </a:r>
            <a:r>
              <a:rPr lang="en-US" dirty="0">
                <a:latin typeface="Times New Roman" panose="02020603050405020304" pitchFamily="18" charset="0"/>
                <a:cs typeface="Times New Roman" panose="02020603050405020304" pitchFamily="18" charset="0"/>
              </a:rPr>
              <a:t>.</a:t>
            </a:r>
          </a:p>
          <a:p>
            <a:pPr>
              <a:buFont typeface="Wingdings" panose="05000000000000000000" pitchFamily="2" charset="2"/>
              <a:buChar char="q"/>
            </a:pPr>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Change Font</a:t>
            </a:r>
            <a:endParaRPr lang="en-PK"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Select text.</a:t>
            </a:r>
            <a:endParaRPr lang="en-PK" dirty="0">
              <a:latin typeface="Times New Roman" panose="02020603050405020304" pitchFamily="18" charset="0"/>
              <a:cs typeface="Times New Roman" panose="02020603050405020304" pitchFamily="18" charset="0"/>
            </a:endParaRPr>
          </a:p>
          <a:p>
            <a:pPr lvl="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Choose font style and size from </a:t>
            </a:r>
            <a:r>
              <a:rPr lang="en-US" b="1" dirty="0">
                <a:latin typeface="Times New Roman" panose="02020603050405020304" pitchFamily="18" charset="0"/>
                <a:cs typeface="Times New Roman" panose="02020603050405020304" pitchFamily="18" charset="0"/>
              </a:rPr>
              <a:t>Home</a:t>
            </a:r>
            <a:r>
              <a:rPr lang="en-US" dirty="0">
                <a:latin typeface="Times New Roman" panose="02020603050405020304" pitchFamily="18" charset="0"/>
                <a:cs typeface="Times New Roman" panose="02020603050405020304" pitchFamily="18" charset="0"/>
              </a:rPr>
              <a:t> tab.</a:t>
            </a:r>
            <a:endParaRPr lang="en-PK"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Bold / Italic / Underline</a:t>
            </a:r>
            <a:endParaRPr lang="en-PK" dirty="0">
              <a:latin typeface="Times New Roman" panose="02020603050405020304" pitchFamily="18" charset="0"/>
              <a:cs typeface="Times New Roman" panose="02020603050405020304" pitchFamily="18" charset="0"/>
            </a:endParaRPr>
          </a:p>
          <a:p>
            <a:pPr lvl="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Select text.</a:t>
            </a:r>
            <a:endParaRPr lang="en-PK" dirty="0">
              <a:latin typeface="Times New Roman" panose="02020603050405020304" pitchFamily="18" charset="0"/>
              <a:cs typeface="Times New Roman" panose="02020603050405020304" pitchFamily="18" charset="0"/>
            </a:endParaRPr>
          </a:p>
          <a:p>
            <a:pPr lvl="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Click </a:t>
            </a:r>
            <a:r>
              <a:rPr lang="en-US" b="1" dirty="0">
                <a:latin typeface="Times New Roman" panose="02020603050405020304" pitchFamily="18" charset="0"/>
                <a:cs typeface="Times New Roman" panose="02020603050405020304" pitchFamily="18" charset="0"/>
              </a:rPr>
              <a:t>B</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or </a:t>
            </a:r>
            <a:r>
              <a:rPr lang="en-US" b="1" dirty="0">
                <a:latin typeface="Times New Roman" panose="02020603050405020304" pitchFamily="18" charset="0"/>
                <a:cs typeface="Times New Roman" panose="02020603050405020304" pitchFamily="18" charset="0"/>
              </a:rPr>
              <a:t>U</a:t>
            </a:r>
            <a:r>
              <a:rPr lang="en-US" dirty="0">
                <a:latin typeface="Times New Roman" panose="02020603050405020304" pitchFamily="18" charset="0"/>
                <a:cs typeface="Times New Roman" panose="02020603050405020304" pitchFamily="18" charset="0"/>
              </a:rPr>
              <a:t> in Home tab.</a:t>
            </a:r>
            <a:endParaRPr lang="en-GB" dirty="0">
              <a:latin typeface="Times New Roman" panose="02020603050405020304" pitchFamily="18" charset="0"/>
              <a:cs typeface="Times New Roman" panose="02020603050405020304" pitchFamily="18" charset="0"/>
            </a:endParaRPr>
          </a:p>
          <a:p>
            <a:pPr marL="0" lvl="0" indent="0">
              <a:buNone/>
            </a:pPr>
            <a:endParaRPr lang="en-US" dirty="0">
              <a:latin typeface="Times New Roman" panose="02020603050405020304" pitchFamily="18" charset="0"/>
              <a:cs typeface="Times New Roman" panose="02020603050405020304" pitchFamily="18" charset="0"/>
            </a:endParaRPr>
          </a:p>
          <a:p>
            <a:pPr marL="0" lvl="0" indent="0">
              <a:buNone/>
            </a:pPr>
            <a:endParaRPr lang="en-PK" dirty="0">
              <a:latin typeface="Times New Roman" panose="02020603050405020304" pitchFamily="18" charset="0"/>
              <a:cs typeface="Times New Roman" panose="02020603050405020304" pitchFamily="18" charset="0"/>
            </a:endParaRPr>
          </a:p>
          <a:p>
            <a:pPr marL="0" indent="0">
              <a:buNone/>
            </a:pPr>
            <a:endParaRPr lang="en-PK" dirty="0"/>
          </a:p>
        </p:txBody>
      </p:sp>
    </p:spTree>
    <p:extLst>
      <p:ext uri="{BB962C8B-B14F-4D97-AF65-F5344CB8AC3E}">
        <p14:creationId xmlns:p14="http://schemas.microsoft.com/office/powerpoint/2010/main" val="21636765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D9C4A1E0-B30B-4F81-873C-F77710333B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5498" y="0"/>
            <a:ext cx="4901184" cy="4032504"/>
          </a:xfrm>
          <a:custGeom>
            <a:avLst/>
            <a:gdLst>
              <a:gd name="connsiteX0" fmla="*/ 0 w 4901184"/>
              <a:gd name="connsiteY0" fmla="*/ 0 h 4032504"/>
              <a:gd name="connsiteX1" fmla="*/ 4901184 w 4901184"/>
              <a:gd name="connsiteY1" fmla="*/ 0 h 4032504"/>
              <a:gd name="connsiteX2" fmla="*/ 4901184 w 4901184"/>
              <a:gd name="connsiteY2" fmla="*/ 3813911 h 4032504"/>
              <a:gd name="connsiteX3" fmla="*/ 4682591 w 4901184"/>
              <a:gd name="connsiteY3" fmla="*/ 4032504 h 4032504"/>
              <a:gd name="connsiteX4" fmla="*/ 218593 w 4901184"/>
              <a:gd name="connsiteY4" fmla="*/ 4032504 h 4032504"/>
              <a:gd name="connsiteX5" fmla="*/ 0 w 4901184"/>
              <a:gd name="connsiteY5" fmla="*/ 3813911 h 4032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1184" h="4032504">
                <a:moveTo>
                  <a:pt x="0" y="0"/>
                </a:moveTo>
                <a:lnTo>
                  <a:pt x="4901184" y="0"/>
                </a:lnTo>
                <a:lnTo>
                  <a:pt x="4901184" y="3813911"/>
                </a:lnTo>
                <a:cubicBezTo>
                  <a:pt x="4901184" y="3934637"/>
                  <a:pt x="4803317" y="4032504"/>
                  <a:pt x="4682591" y="4032504"/>
                </a:cubicBezTo>
                <a:lnTo>
                  <a:pt x="218593" y="4032504"/>
                </a:lnTo>
                <a:cubicBezTo>
                  <a:pt x="97867" y="4032504"/>
                  <a:pt x="0" y="3934637"/>
                  <a:pt x="0" y="3813911"/>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26" name="Freeform: Shape 25">
            <a:extLst>
              <a:ext uri="{FF2B5EF4-FFF2-40B4-BE49-F238E27FC236}">
                <a16:creationId xmlns:a16="http://schemas.microsoft.com/office/drawing/2014/main" id="{2884BC28-8C65-4886-B01A-667342EB70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0090" y="-3"/>
            <a:ext cx="4572000" cy="3867912"/>
          </a:xfrm>
          <a:custGeom>
            <a:avLst/>
            <a:gdLst>
              <a:gd name="connsiteX0" fmla="*/ 0 w 4572000"/>
              <a:gd name="connsiteY0" fmla="*/ 0 h 3867912"/>
              <a:gd name="connsiteX1" fmla="*/ 4572000 w 4572000"/>
              <a:gd name="connsiteY1" fmla="*/ 0 h 3867912"/>
              <a:gd name="connsiteX2" fmla="*/ 4572000 w 4572000"/>
              <a:gd name="connsiteY2" fmla="*/ 3704966 h 3867912"/>
              <a:gd name="connsiteX3" fmla="*/ 4409054 w 4572000"/>
              <a:gd name="connsiteY3" fmla="*/ 3867912 h 3867912"/>
              <a:gd name="connsiteX4" fmla="*/ 162946 w 4572000"/>
              <a:gd name="connsiteY4" fmla="*/ 3867912 h 3867912"/>
              <a:gd name="connsiteX5" fmla="*/ 0 w 4572000"/>
              <a:gd name="connsiteY5" fmla="*/ 3704966 h 3867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72000" h="3867912">
                <a:moveTo>
                  <a:pt x="0" y="0"/>
                </a:moveTo>
                <a:lnTo>
                  <a:pt x="4572000" y="0"/>
                </a:lnTo>
                <a:lnTo>
                  <a:pt x="4572000" y="3704966"/>
                </a:lnTo>
                <a:cubicBezTo>
                  <a:pt x="4572000" y="3794959"/>
                  <a:pt x="4499047" y="3867912"/>
                  <a:pt x="4409054" y="3867912"/>
                </a:cubicBezTo>
                <a:lnTo>
                  <a:pt x="162946" y="3867912"/>
                </a:lnTo>
                <a:cubicBezTo>
                  <a:pt x="72953" y="3867912"/>
                  <a:pt x="0" y="3794959"/>
                  <a:pt x="0" y="3704966"/>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9" name="Picture 8" descr="A screenshot of a computer&#10;&#10;AI-generated content may be incorrect.">
            <a:extLst>
              <a:ext uri="{FF2B5EF4-FFF2-40B4-BE49-F238E27FC236}">
                <a16:creationId xmlns:a16="http://schemas.microsoft.com/office/drawing/2014/main" id="{E8F9EC20-C4CF-6E15-B0BF-05C3FD191D5F}"/>
              </a:ext>
            </a:extLst>
          </p:cNvPr>
          <p:cNvPicPr>
            <a:picLocks noChangeAspect="1"/>
          </p:cNvPicPr>
          <p:nvPr/>
        </p:nvPicPr>
        <p:blipFill>
          <a:blip r:embed="rId2"/>
          <a:stretch>
            <a:fillRect/>
          </a:stretch>
        </p:blipFill>
        <p:spPr>
          <a:xfrm>
            <a:off x="1266461" y="1565645"/>
            <a:ext cx="3810506" cy="1612984"/>
          </a:xfrm>
          <a:prstGeom prst="rect">
            <a:avLst/>
          </a:prstGeom>
        </p:spPr>
      </p:pic>
      <p:sp>
        <p:nvSpPr>
          <p:cNvPr id="27" name="Freeform: Shape 26">
            <a:extLst>
              <a:ext uri="{FF2B5EF4-FFF2-40B4-BE49-F238E27FC236}">
                <a16:creationId xmlns:a16="http://schemas.microsoft.com/office/drawing/2014/main" id="{0FC820FD-F8C0-4426-A38A-5B80A2E52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5498" y="4241249"/>
            <a:ext cx="4901184" cy="2616751"/>
          </a:xfrm>
          <a:custGeom>
            <a:avLst/>
            <a:gdLst>
              <a:gd name="connsiteX0" fmla="*/ 218593 w 4901184"/>
              <a:gd name="connsiteY0" fmla="*/ 0 h 2616751"/>
              <a:gd name="connsiteX1" fmla="*/ 4682591 w 4901184"/>
              <a:gd name="connsiteY1" fmla="*/ 0 h 2616751"/>
              <a:gd name="connsiteX2" fmla="*/ 4901184 w 4901184"/>
              <a:gd name="connsiteY2" fmla="*/ 218593 h 2616751"/>
              <a:gd name="connsiteX3" fmla="*/ 4901184 w 4901184"/>
              <a:gd name="connsiteY3" fmla="*/ 2616751 h 2616751"/>
              <a:gd name="connsiteX4" fmla="*/ 0 w 4901184"/>
              <a:gd name="connsiteY4" fmla="*/ 2616751 h 2616751"/>
              <a:gd name="connsiteX5" fmla="*/ 0 w 4901184"/>
              <a:gd name="connsiteY5" fmla="*/ 218593 h 2616751"/>
              <a:gd name="connsiteX6" fmla="*/ 218593 w 4901184"/>
              <a:gd name="connsiteY6" fmla="*/ 0 h 2616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1184" h="2616751">
                <a:moveTo>
                  <a:pt x="218593" y="0"/>
                </a:moveTo>
                <a:lnTo>
                  <a:pt x="4682591" y="0"/>
                </a:lnTo>
                <a:cubicBezTo>
                  <a:pt x="4803317" y="0"/>
                  <a:pt x="4901184" y="97867"/>
                  <a:pt x="4901184" y="218593"/>
                </a:cubicBezTo>
                <a:lnTo>
                  <a:pt x="4901184" y="2616751"/>
                </a:lnTo>
                <a:lnTo>
                  <a:pt x="0" y="2616751"/>
                </a:lnTo>
                <a:lnTo>
                  <a:pt x="0" y="218593"/>
                </a:lnTo>
                <a:cubicBezTo>
                  <a:pt x="0" y="97867"/>
                  <a:pt x="97867" y="0"/>
                  <a:pt x="218593"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28" name="Freeform: Shape 27">
            <a:extLst>
              <a:ext uri="{FF2B5EF4-FFF2-40B4-BE49-F238E27FC236}">
                <a16:creationId xmlns:a16="http://schemas.microsoft.com/office/drawing/2014/main" id="{E1DAA296-54E3-4547-B36F-E8B353353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0090" y="4405848"/>
            <a:ext cx="4572000" cy="2452159"/>
          </a:xfrm>
          <a:custGeom>
            <a:avLst/>
            <a:gdLst>
              <a:gd name="connsiteX0" fmla="*/ 162946 w 4572000"/>
              <a:gd name="connsiteY0" fmla="*/ 0 h 2452159"/>
              <a:gd name="connsiteX1" fmla="*/ 4409054 w 4572000"/>
              <a:gd name="connsiteY1" fmla="*/ 0 h 2452159"/>
              <a:gd name="connsiteX2" fmla="*/ 4572000 w 4572000"/>
              <a:gd name="connsiteY2" fmla="*/ 162946 h 2452159"/>
              <a:gd name="connsiteX3" fmla="*/ 4572000 w 4572000"/>
              <a:gd name="connsiteY3" fmla="*/ 2452159 h 2452159"/>
              <a:gd name="connsiteX4" fmla="*/ 0 w 4572000"/>
              <a:gd name="connsiteY4" fmla="*/ 2452159 h 2452159"/>
              <a:gd name="connsiteX5" fmla="*/ 0 w 4572000"/>
              <a:gd name="connsiteY5" fmla="*/ 162946 h 2452159"/>
              <a:gd name="connsiteX6" fmla="*/ 162946 w 4572000"/>
              <a:gd name="connsiteY6" fmla="*/ 0 h 2452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72000" h="2452159">
                <a:moveTo>
                  <a:pt x="162946" y="0"/>
                </a:moveTo>
                <a:lnTo>
                  <a:pt x="4409054" y="0"/>
                </a:lnTo>
                <a:cubicBezTo>
                  <a:pt x="4499047" y="0"/>
                  <a:pt x="4572000" y="72953"/>
                  <a:pt x="4572000" y="162946"/>
                </a:cubicBezTo>
                <a:lnTo>
                  <a:pt x="4572000" y="2452159"/>
                </a:lnTo>
                <a:lnTo>
                  <a:pt x="0" y="2452159"/>
                </a:lnTo>
                <a:lnTo>
                  <a:pt x="0" y="162946"/>
                </a:lnTo>
                <a:cubicBezTo>
                  <a:pt x="0" y="72953"/>
                  <a:pt x="72953" y="0"/>
                  <a:pt x="162946"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A screenshot of a computer">
            <a:extLst>
              <a:ext uri="{FF2B5EF4-FFF2-40B4-BE49-F238E27FC236}">
                <a16:creationId xmlns:a16="http://schemas.microsoft.com/office/drawing/2014/main" id="{58511BAA-51BF-748C-FA41-92DDE22DA9FB}"/>
              </a:ext>
            </a:extLst>
          </p:cNvPr>
          <p:cNvPicPr>
            <a:picLocks noChangeAspect="1"/>
          </p:cNvPicPr>
          <p:nvPr/>
        </p:nvPicPr>
        <p:blipFill>
          <a:blip r:embed="rId3"/>
          <a:stretch>
            <a:fillRect/>
          </a:stretch>
        </p:blipFill>
        <p:spPr>
          <a:xfrm>
            <a:off x="1273622" y="5202688"/>
            <a:ext cx="3803345" cy="1335997"/>
          </a:xfrm>
          <a:prstGeom prst="rect">
            <a:avLst/>
          </a:prstGeom>
        </p:spPr>
      </p:pic>
      <p:pic>
        <p:nvPicPr>
          <p:cNvPr id="7" name="Picture 6" descr="A screenshot of a computer">
            <a:extLst>
              <a:ext uri="{FF2B5EF4-FFF2-40B4-BE49-F238E27FC236}">
                <a16:creationId xmlns:a16="http://schemas.microsoft.com/office/drawing/2014/main" id="{F2029BDA-1514-B514-B43E-AB106BE088C6}"/>
              </a:ext>
            </a:extLst>
          </p:cNvPr>
          <p:cNvPicPr>
            <a:picLocks noChangeAspect="1"/>
          </p:cNvPicPr>
          <p:nvPr/>
        </p:nvPicPr>
        <p:blipFill>
          <a:blip r:embed="rId4"/>
          <a:stretch>
            <a:fillRect/>
          </a:stretch>
        </p:blipFill>
        <p:spPr>
          <a:xfrm>
            <a:off x="5771274" y="1805030"/>
            <a:ext cx="5298384" cy="3849431"/>
          </a:xfrm>
          <a:prstGeom prst="rect">
            <a:avLst/>
          </a:prstGeom>
        </p:spPr>
      </p:pic>
    </p:spTree>
    <p:extLst>
      <p:ext uri="{BB962C8B-B14F-4D97-AF65-F5344CB8AC3E}">
        <p14:creationId xmlns:p14="http://schemas.microsoft.com/office/powerpoint/2010/main" val="3832610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2CDD4-5E97-5CA9-AE5A-BE2234B3363A}"/>
              </a:ext>
            </a:extLst>
          </p:cNvPr>
          <p:cNvSpPr>
            <a:spLocks noGrp="1"/>
          </p:cNvSpPr>
          <p:nvPr>
            <p:ph type="title"/>
          </p:nvPr>
        </p:nvSpPr>
        <p:spPr/>
        <p:txBody>
          <a:bodyPr/>
          <a:lstStyle/>
          <a:p>
            <a:r>
              <a:rPr lang="en-GB" u="sng" dirty="0">
                <a:effectLst>
                  <a:outerShdw blurRad="38100" dist="38100" dir="2700000" algn="tl">
                    <a:srgbClr val="000000">
                      <a:alpha val="43137"/>
                    </a:srgbClr>
                  </a:outerShdw>
                </a:effectLst>
              </a:rPr>
              <a:t>Conclusion</a:t>
            </a:r>
            <a:endParaRPr lang="en-PK" u="sng"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030BF96A-7D13-C59C-5B8C-1F86319AC651}"/>
              </a:ext>
            </a:extLst>
          </p:cNvPr>
          <p:cNvSpPr>
            <a:spLocks noGrp="1"/>
          </p:cNvSpPr>
          <p:nvPr>
            <p:ph idx="1"/>
          </p:nvPr>
        </p:nvSpPr>
        <p:spPr/>
        <p:txBody>
          <a:bodyPr>
            <a:normAutofit lnSpcReduction="10000"/>
          </a:bodyPr>
          <a:lstStyle/>
          <a:p>
            <a:pPr marL="0" indent="0">
              <a:buNone/>
            </a:pPr>
            <a:r>
              <a:rPr lang="en-GB" sz="2800" dirty="0">
                <a:latin typeface="Times New Roman" panose="02020603050405020304" pitchFamily="18" charset="0"/>
                <a:cs typeface="Times New Roman" panose="02020603050405020304" pitchFamily="18" charset="0"/>
              </a:rPr>
              <a:t>In conclusion, our presentation showed how </a:t>
            </a:r>
            <a:r>
              <a:rPr lang="en-GB" sz="2800" b="1" dirty="0">
                <a:latin typeface="Times New Roman" panose="02020603050405020304" pitchFamily="18" charset="0"/>
                <a:cs typeface="Times New Roman" panose="02020603050405020304" pitchFamily="18" charset="0"/>
              </a:rPr>
              <a:t>Microsoft Office tools</a:t>
            </a:r>
            <a:r>
              <a:rPr lang="en-GB" sz="2800" dirty="0">
                <a:latin typeface="Times New Roman" panose="02020603050405020304" pitchFamily="18" charset="0"/>
                <a:cs typeface="Times New Roman" panose="02020603050405020304" pitchFamily="18" charset="0"/>
              </a:rPr>
              <a:t> can be effectively used in real-life projects. We used </a:t>
            </a:r>
            <a:r>
              <a:rPr lang="en-GB" sz="2800" b="1" dirty="0">
                <a:latin typeface="Times New Roman" panose="02020603050405020304" pitchFamily="18" charset="0"/>
                <a:cs typeface="Times New Roman" panose="02020603050405020304" pitchFamily="18" charset="0"/>
              </a:rPr>
              <a:t>MS Word</a:t>
            </a:r>
            <a:r>
              <a:rPr lang="en-GB" sz="2800" dirty="0">
                <a:latin typeface="Times New Roman" panose="02020603050405020304" pitchFamily="18" charset="0"/>
                <a:cs typeface="Times New Roman" panose="02020603050405020304" pitchFamily="18" charset="0"/>
              </a:rPr>
              <a:t> for professional documentation, </a:t>
            </a:r>
            <a:r>
              <a:rPr lang="en-GB" sz="2800" b="1" dirty="0">
                <a:latin typeface="Times New Roman" panose="02020603050405020304" pitchFamily="18" charset="0"/>
                <a:cs typeface="Times New Roman" panose="02020603050405020304" pitchFamily="18" charset="0"/>
              </a:rPr>
              <a:t>MS Excel</a:t>
            </a:r>
            <a:r>
              <a:rPr lang="en-GB" sz="2800" dirty="0">
                <a:latin typeface="Times New Roman" panose="02020603050405020304" pitchFamily="18" charset="0"/>
                <a:cs typeface="Times New Roman" panose="02020603050405020304" pitchFamily="18" charset="0"/>
              </a:rPr>
              <a:t> for inventory management and data analysis, </a:t>
            </a:r>
            <a:r>
              <a:rPr lang="en-GB" sz="2800" b="1" dirty="0">
                <a:latin typeface="Times New Roman" panose="02020603050405020304" pitchFamily="18" charset="0"/>
                <a:cs typeface="Times New Roman" panose="02020603050405020304" pitchFamily="18" charset="0"/>
              </a:rPr>
              <a:t>HTML/CSS</a:t>
            </a:r>
            <a:r>
              <a:rPr lang="en-GB" sz="2800" dirty="0">
                <a:latin typeface="Times New Roman" panose="02020603050405020304" pitchFamily="18" charset="0"/>
                <a:cs typeface="Times New Roman" panose="02020603050405020304" pitchFamily="18" charset="0"/>
              </a:rPr>
              <a:t> for creating a basic inventory form, and </a:t>
            </a:r>
            <a:r>
              <a:rPr lang="en-GB" sz="2800" b="1" dirty="0">
                <a:latin typeface="Times New Roman" panose="02020603050405020304" pitchFamily="18" charset="0"/>
                <a:cs typeface="Times New Roman" panose="02020603050405020304" pitchFamily="18" charset="0"/>
              </a:rPr>
              <a:t>MS PowerPoint</a:t>
            </a:r>
            <a:r>
              <a:rPr lang="en-GB" sz="2800" dirty="0">
                <a:latin typeface="Times New Roman" panose="02020603050405020304" pitchFamily="18" charset="0"/>
                <a:cs typeface="Times New Roman" panose="02020603050405020304" pitchFamily="18" charset="0"/>
              </a:rPr>
              <a:t> to present our work clearly. This project improved our practical ICT skills and showed how these tools help save time, improve accuracy, and increase productivity in education and business.</a:t>
            </a:r>
            <a:endParaRPr lang="en-PK"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79389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4E267A9A-3339-F8E6-CD25-1670F4B86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AD5F5154-CB83-C0CD-F506-C81D1B108EFA}"/>
              </a:ext>
            </a:extLst>
          </p:cNvPr>
          <p:cNvSpPr>
            <a:spLocks noGrp="1"/>
          </p:cNvSpPr>
          <p:nvPr>
            <p:ph type="title"/>
          </p:nvPr>
        </p:nvSpPr>
        <p:spPr>
          <a:xfrm>
            <a:off x="6642854" y="1067039"/>
            <a:ext cx="4495995" cy="1350226"/>
          </a:xfrm>
        </p:spPr>
        <p:txBody>
          <a:bodyPr vert="horz" lIns="91440" tIns="45720" rIns="91440" bIns="45720" rtlCol="0" anchor="b">
            <a:normAutofit/>
          </a:bodyPr>
          <a:lstStyle/>
          <a:p>
            <a:r>
              <a:rPr lang="en-US" sz="3600" b="1" kern="1200" dirty="0">
                <a:solidFill>
                  <a:schemeClr val="tx1"/>
                </a:solidFill>
                <a:effectLst>
                  <a:outerShdw blurRad="38100" dist="38100" dir="2700000" algn="tl">
                    <a:srgbClr val="000000">
                      <a:alpha val="43137"/>
                    </a:srgbClr>
                  </a:outerShdw>
                </a:effectLst>
                <a:latin typeface="+mj-lt"/>
                <a:ea typeface="+mj-ea"/>
                <a:cs typeface="+mj-cs"/>
              </a:rPr>
              <a:t>Thank you for your time.</a:t>
            </a:r>
          </a:p>
        </p:txBody>
      </p:sp>
      <p:pic>
        <p:nvPicPr>
          <p:cNvPr id="7" name="Picture 2" descr="Agenda - Free files and folders icons">
            <a:extLst>
              <a:ext uri="{FF2B5EF4-FFF2-40B4-BE49-F238E27FC236}">
                <a16:creationId xmlns:a16="http://schemas.microsoft.com/office/drawing/2014/main" id="{FB1D2617-BCE8-DD2D-D18F-12471F6E7D8E}"/>
              </a:ext>
            </a:extLst>
          </p:cNvPr>
          <p:cNvPicPr>
            <a:picLocks noGrp="1" noChangeAspect="1" noChangeArrowheads="1"/>
          </p:cNvPicPr>
          <p:nvPr>
            <p:ph type="pic" idx="1"/>
          </p:nvPr>
        </p:nvPicPr>
        <p:blipFill>
          <a:blip r:embed="rId2">
            <a:extLst>
              <a:ext uri="{28A0092B-C50C-407E-A947-70E740481C1C}">
                <a14:useLocalDpi xmlns:a14="http://schemas.microsoft.com/office/drawing/2010/main" val="0"/>
              </a:ext>
            </a:extLst>
          </a:blip>
          <a:srcRect l="322" r="320" b="-2"/>
          <a:stretch>
            <a:fillRect/>
          </a:stretch>
        </p:blipFill>
        <p:spPr bwMode="auto">
          <a:xfrm>
            <a:off x="1172675" y="1067039"/>
            <a:ext cx="4618525" cy="4648478"/>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5">
            <a:extLst>
              <a:ext uri="{FF2B5EF4-FFF2-40B4-BE49-F238E27FC236}">
                <a16:creationId xmlns:a16="http://schemas.microsoft.com/office/drawing/2014/main" id="{5BE693B3-590A-990C-A093-AA6BF32C0BE2}"/>
              </a:ext>
            </a:extLst>
          </p:cNvPr>
          <p:cNvSpPr>
            <a:spLocks noGrp="1"/>
          </p:cNvSpPr>
          <p:nvPr>
            <p:ph type="body" sz="half" idx="2"/>
          </p:nvPr>
        </p:nvSpPr>
        <p:spPr>
          <a:xfrm>
            <a:off x="6642854" y="2501146"/>
            <a:ext cx="4495996" cy="3214371"/>
          </a:xfrm>
        </p:spPr>
        <p:txBody>
          <a:bodyPr vert="horz" lIns="91440" tIns="45720" rIns="91440" bIns="45720" rtlCol="0">
            <a:normAutofit/>
          </a:bodyPr>
          <a:lstStyle/>
          <a:p>
            <a:r>
              <a:rPr lang="en-US" sz="2400" dirty="0">
                <a:latin typeface="Algerian" panose="04020705040A02060702" pitchFamily="82" charset="0"/>
              </a:rPr>
              <a:t>“Overall, this project strengthened our ICT skills and showed the importance of Microsoft and html + CSS Office in education and business.”</a:t>
            </a:r>
          </a:p>
        </p:txBody>
      </p:sp>
    </p:spTree>
    <p:extLst>
      <p:ext uri="{BB962C8B-B14F-4D97-AF65-F5344CB8AC3E}">
        <p14:creationId xmlns:p14="http://schemas.microsoft.com/office/powerpoint/2010/main" val="2819281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161</TotalTime>
  <Words>1473</Words>
  <Application>Microsoft Office PowerPoint</Application>
  <PresentationFormat>Widescreen</PresentationFormat>
  <Paragraphs>126</Paragraphs>
  <Slides>29</Slides>
  <Notes>2</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29</vt:i4>
      </vt:variant>
    </vt:vector>
  </HeadingPairs>
  <TitlesOfParts>
    <vt:vector size="44" baseType="lpstr">
      <vt:lpstr>华文新魏</vt:lpstr>
      <vt:lpstr>Algerian</vt:lpstr>
      <vt:lpstr>Angsana New</vt:lpstr>
      <vt:lpstr>Aptos</vt:lpstr>
      <vt:lpstr>Arial</vt:lpstr>
      <vt:lpstr>Calibri</vt:lpstr>
      <vt:lpstr>Courier New</vt:lpstr>
      <vt:lpstr>Neue Haas Grotesk Text Pro</vt:lpstr>
      <vt:lpstr>Noto Sans</vt:lpstr>
      <vt:lpstr>Segoe UI</vt:lpstr>
      <vt:lpstr>Times New Roman</vt:lpstr>
      <vt:lpstr>Trebuchet MS</vt:lpstr>
      <vt:lpstr>Wingdings</vt:lpstr>
      <vt:lpstr>Wingdings 3</vt:lpstr>
      <vt:lpstr>Facet</vt:lpstr>
      <vt:lpstr>  APPLICATION OF ICT PROJECT</vt:lpstr>
      <vt:lpstr>MS WORD</vt:lpstr>
      <vt:lpstr>PowerPoint Presentation</vt:lpstr>
      <vt:lpstr>PowerPoint Presentation</vt:lpstr>
      <vt:lpstr>PowerPoint Presentation</vt:lpstr>
      <vt:lpstr>Introduction: </vt:lpstr>
      <vt:lpstr>PowerPoint Presentation</vt:lpstr>
      <vt:lpstr>PowerPoint Presentation</vt:lpstr>
      <vt:lpstr>PowerPoint Presentation</vt:lpstr>
      <vt:lpstr>PowerPoint Presentation</vt:lpstr>
      <vt:lpstr>MS Excel</vt:lpstr>
      <vt:lpstr>How to add table:</vt:lpstr>
      <vt:lpstr>How to add macros in excel:</vt:lpstr>
      <vt:lpstr>PowerPoint Presentation</vt:lpstr>
      <vt:lpstr>Start or Stop Recording</vt:lpstr>
      <vt:lpstr>How to Add pivot Table:</vt:lpstr>
      <vt:lpstr>PowerPoint Presentation</vt:lpstr>
      <vt:lpstr>PowerPoint Presentation</vt:lpstr>
      <vt:lpstr>How to add a graph/chart:</vt:lpstr>
      <vt:lpstr>PowerPoint Presentation</vt:lpstr>
      <vt:lpstr>PowerPoint Presentation</vt:lpstr>
      <vt:lpstr>HTML</vt:lpstr>
      <vt:lpstr>HTML/CSS</vt:lpstr>
      <vt:lpstr>HTML/CSS</vt:lpstr>
      <vt:lpstr>MS PowerPoint</vt:lpstr>
      <vt:lpstr>Explanation</vt:lpstr>
      <vt:lpstr>PowerPoint Presentation</vt:lpstr>
      <vt:lpstr>Conclusion</vt:lpstr>
      <vt:lpstr>Thank you for your time.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 OF ICT PROJECT</dc:title>
  <dc:creator>Ali Raza</dc:creator>
  <cp:lastModifiedBy>sony mobile</cp:lastModifiedBy>
  <cp:revision>9</cp:revision>
  <dcterms:created xsi:type="dcterms:W3CDTF">2025-12-16T20:11:30Z</dcterms:created>
  <dcterms:modified xsi:type="dcterms:W3CDTF">2025-12-17T07:56:49Z</dcterms:modified>
</cp:coreProperties>
</file>